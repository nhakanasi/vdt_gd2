
<file path=[Content_Types].xml><?xml version="1.0" encoding="utf-8"?>
<Types xmlns="http://schemas.openxmlformats.org/package/2006/content-types">
  <Default Extension="flac" ContentType="audio/unknown"/>
  <Default Extension="fntdata" ContentType="application/x-fontdata"/>
  <Default Extension="png" ContentType="image/png"/>
  <Default Extension="rels" ContentType="application/vnd.openxmlformats-package.relationships+xml"/>
  <Default Extension="wav" ContentType="audio/x-wav"/>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chart2.xml" ContentType="application/vnd.openxmlformats-officedocument.drawingml.char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37"/>
  </p:notesMasterIdLst>
  <p:sldIdLst>
    <p:sldId id="256" r:id="rId2"/>
    <p:sldId id="289" r:id="rId3"/>
    <p:sldId id="312" r:id="rId4"/>
    <p:sldId id="341" r:id="rId5"/>
    <p:sldId id="313" r:id="rId6"/>
    <p:sldId id="343" r:id="rId7"/>
    <p:sldId id="327" r:id="rId8"/>
    <p:sldId id="315" r:id="rId9"/>
    <p:sldId id="316" r:id="rId10"/>
    <p:sldId id="317" r:id="rId11"/>
    <p:sldId id="318" r:id="rId12"/>
    <p:sldId id="319" r:id="rId13"/>
    <p:sldId id="320" r:id="rId14"/>
    <p:sldId id="321" r:id="rId15"/>
    <p:sldId id="314" r:id="rId16"/>
    <p:sldId id="328" r:id="rId17"/>
    <p:sldId id="322" r:id="rId18"/>
    <p:sldId id="329" r:id="rId19"/>
    <p:sldId id="323" r:id="rId20"/>
    <p:sldId id="344" r:id="rId21"/>
    <p:sldId id="330" r:id="rId22"/>
    <p:sldId id="331" r:id="rId23"/>
    <p:sldId id="342" r:id="rId24"/>
    <p:sldId id="324" r:id="rId25"/>
    <p:sldId id="326" r:id="rId26"/>
    <p:sldId id="286" r:id="rId27"/>
    <p:sldId id="332" r:id="rId28"/>
    <p:sldId id="333" r:id="rId29"/>
    <p:sldId id="334" r:id="rId30"/>
    <p:sldId id="335" r:id="rId31"/>
    <p:sldId id="336" r:id="rId32"/>
    <p:sldId id="337" r:id="rId33"/>
    <p:sldId id="338" r:id="rId34"/>
    <p:sldId id="339" r:id="rId35"/>
    <p:sldId id="340" r:id="rId36"/>
  </p:sldIdLst>
  <p:sldSz cx="12192000" cy="6858000"/>
  <p:notesSz cx="6858000" cy="9144000"/>
  <p:embeddedFontLst>
    <p:embeddedFont>
      <p:font typeface="Exo 2" pitchFamily="2" charset="77"/>
      <p:regular r:id="rId38"/>
      <p:bold r:id="rId39"/>
      <p:italic r:id="rId40"/>
      <p:boldItalic r:id="rId41"/>
    </p:embeddedFont>
    <p:embeddedFont>
      <p:font typeface="Fira Sans Extra Condensed Medium" panose="020B0603050000020004" pitchFamily="34" charset="0"/>
      <p:regular r:id="rId42"/>
      <p:bold r:id="rId43"/>
      <p:italic r:id="rId44"/>
      <p:boldItalic r:id="rId45"/>
    </p:embeddedFont>
    <p:embeddedFont>
      <p:font typeface="FS Magistral Bold" panose="020B0504030204080304" pitchFamily="34" charset="0"/>
      <p:bold r:id="rId46"/>
    </p:embeddedFont>
    <p:embeddedFont>
      <p:font typeface="FS PF BeauSans Pro" panose="02000500000000020004" pitchFamily="2" charset="0"/>
      <p:regular r:id="rId47"/>
    </p:embeddedFont>
    <p:embeddedFont>
      <p:font typeface="Roboto" panose="02000000000000000000" pitchFamily="2" charset="0"/>
      <p:regular r:id="rId48"/>
      <p:bold r:id="rId49"/>
      <p:italic r:id="rId50"/>
      <p:boldItalic r:id="rId51"/>
    </p:embeddedFont>
    <p:embeddedFont>
      <p:font typeface="Roboto Condensed Light" panose="02000000000000000000" pitchFamily="2" charset="0"/>
      <p:regular r:id="rId52"/>
      <p:italic r:id="rId53"/>
    </p:embeddedFont>
    <p:embeddedFont>
      <p:font typeface="Sarabun Light" pitchFamily="2" charset="-34"/>
      <p:regular r:id="rId54"/>
      <p:bold r:id="rId55"/>
      <p:italic r:id="rId56"/>
      <p:boldItalic r:id="rId5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Default Section" id="{D9A044B0-8404-4CD8-BECF-EE0FFA06275E}">
          <p14:sldIdLst>
            <p14:sldId id="256"/>
            <p14:sldId id="289"/>
            <p14:sldId id="312"/>
            <p14:sldId id="341"/>
            <p14:sldId id="313"/>
            <p14:sldId id="343"/>
            <p14:sldId id="327"/>
            <p14:sldId id="315"/>
            <p14:sldId id="316"/>
            <p14:sldId id="317"/>
            <p14:sldId id="318"/>
            <p14:sldId id="319"/>
            <p14:sldId id="320"/>
            <p14:sldId id="321"/>
            <p14:sldId id="314"/>
            <p14:sldId id="328"/>
            <p14:sldId id="322"/>
            <p14:sldId id="329"/>
            <p14:sldId id="323"/>
            <p14:sldId id="344"/>
            <p14:sldId id="330"/>
            <p14:sldId id="331"/>
            <p14:sldId id="342"/>
            <p14:sldId id="324"/>
            <p14:sldId id="326"/>
            <p14:sldId id="286"/>
            <p14:sldId id="332"/>
            <p14:sldId id="333"/>
            <p14:sldId id="334"/>
            <p14:sldId id="335"/>
            <p14:sldId id="336"/>
            <p14:sldId id="337"/>
            <p14:sldId id="338"/>
            <p14:sldId id="339"/>
            <p14:sldId id="340"/>
          </p14:sldIdLst>
        </p14:section>
        <p14:section name="Appendix" id="{B5FF22F4-10A8-425F-A68B-F3AED0A534BA}">
          <p14:sldIdLst/>
        </p14:section>
      </p14:sectionLst>
    </p:ex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60" roundtripDataSignature="AMtx7mgE1QtaWI6cDW+4fPiAPgzCiZZc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D1B2F"/>
    <a:srgbClr val="A8A8A8"/>
    <a:srgbClr val="F2F2F2"/>
    <a:srgbClr val="434343"/>
    <a:srgbClr val="F9F9F9"/>
    <a:srgbClr val="595959"/>
    <a:srgbClr val="F8F8F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490C82-48EA-4FB1-A22F-A83A10849784}" v="55" dt="2024-08-06T08:12:05.690"/>
  </p1510:revLst>
</p1510:revInfo>
</file>

<file path=ppt/tableStyles.xml><?xml version="1.0" encoding="utf-8"?>
<a:tblStyleLst xmlns:a="http://schemas.openxmlformats.org/drawingml/2006/main" def="{DB588EDA-BEB1-459D-9690-F9A0963A2F11}">
  <a:tblStyle styleId="{DB588EDA-BEB1-459D-9690-F9A0963A2F11}" styleName="Table_0">
    <a:wholeTbl>
      <a:tcTxStyle b="off" i="off">
        <a:font>
          <a:latin typeface="FS PF BeauSans Pro Light"/>
          <a:ea typeface="FS PF BeauSans Pro Light"/>
          <a:cs typeface="FS PF BeauSans Pro Light"/>
        </a:font>
        <a:schemeClr val="dk1"/>
      </a:tcTxStyle>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chemeClr val="accent3"/>
              </a:solidFill>
              <a:prstDash val="solid"/>
              <a:round/>
              <a:headEnd type="none" w="sm" len="sm"/>
              <a:tailEnd type="none" w="sm" len="sm"/>
            </a:ln>
          </a:insideH>
          <a:insideV>
            <a:ln w="9525" cap="flat" cmpd="sng">
              <a:solidFill>
                <a:schemeClr val="accent3"/>
              </a:solidFill>
              <a:prstDash val="solid"/>
              <a:round/>
              <a:headEnd type="none" w="sm" len="sm"/>
              <a:tailEnd type="none" w="sm" len="sm"/>
            </a:ln>
          </a:insideV>
        </a:tcBdr>
        <a:fill>
          <a:solidFill>
            <a:srgbClr val="FFFFFF">
              <a:alpha val="0"/>
            </a:srgbClr>
          </a:solidFill>
        </a:fill>
      </a:tcStyle>
    </a:wholeTbl>
    <a:band1H>
      <a:tcTxStyle/>
      <a:tcStyle>
        <a:tcBdr/>
        <a:fill>
          <a:solidFill>
            <a:schemeClr val="accent3">
              <a:alpha val="40000"/>
            </a:schemeClr>
          </a:solidFill>
        </a:fill>
      </a:tcStyle>
    </a:band1H>
    <a:band2H>
      <a:tcTxStyle/>
      <a:tcStyle>
        <a:tcBdr/>
      </a:tcStyle>
    </a:band2H>
    <a:band1V>
      <a:tcTxStyle/>
      <a:tcStyle>
        <a:tcBdr>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tcBdr>
        <a:fill>
          <a:solidFill>
            <a:schemeClr val="accent3">
              <a:alpha val="40000"/>
            </a:schemeClr>
          </a:solidFill>
        </a:fill>
      </a:tcStyle>
    </a:band1V>
    <a:band2V>
      <a:tcTxStyle/>
      <a:tcStyle>
        <a:tcBdr/>
      </a:tcStyle>
    </a:band2V>
    <a:lastCol>
      <a:tcTxStyle b="on" i="off"/>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chemeClr val="accent3"/>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tcStyle>
    </a:lastCol>
    <a:firstCol>
      <a:tcTxStyle b="on" i="off"/>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chemeClr val="accent3"/>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tcStyle>
    </a:firstCol>
    <a:lastRow>
      <a:tcTxStyle b="on" i="off"/>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accent3"/>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lastRow>
    <a:seCell>
      <a:tcTxStyle/>
      <a:tcStyle>
        <a:tcBdr/>
      </a:tcStyle>
    </a:seCell>
    <a:swCell>
      <a:tcTxStyle/>
      <a:tcStyle>
        <a:tcBdr/>
      </a:tcStyle>
    </a:swCell>
    <a:firstRow>
      <a:tcTxStyle b="on" i="off">
        <a:font>
          <a:latin typeface="FS PF BeauSans Pro Light"/>
          <a:ea typeface="FS PF BeauSans Pro Light"/>
          <a:cs typeface="FS PF BeauSans Pro Light"/>
        </a:font>
        <a:schemeClr val="lt1"/>
      </a:tcTxStyle>
      <a:tcStyle>
        <a:tcBdr>
          <a:left>
            <a:ln w="9525" cap="flat" cmpd="sng">
              <a:solidFill>
                <a:schemeClr val="accent3"/>
              </a:solidFill>
              <a:prstDash val="solid"/>
              <a:round/>
              <a:headEnd type="none" w="sm" len="sm"/>
              <a:tailEnd type="none" w="sm" len="sm"/>
            </a:ln>
          </a:left>
          <a:right>
            <a:ln w="9525" cap="flat" cmpd="sng">
              <a:solidFill>
                <a:schemeClr val="accent3"/>
              </a:solidFill>
              <a:prstDash val="solid"/>
              <a:round/>
              <a:headEnd type="none" w="sm" len="sm"/>
              <a:tailEnd type="none" w="sm" len="sm"/>
            </a:ln>
          </a:right>
          <a:top>
            <a:ln w="9525" cap="flat" cmpd="sng">
              <a:solidFill>
                <a:schemeClr val="accent3"/>
              </a:solidFill>
              <a:prstDash val="solid"/>
              <a:round/>
              <a:headEnd type="none" w="sm" len="sm"/>
              <a:tailEnd type="none" w="sm" len="sm"/>
            </a:ln>
          </a:top>
          <a:bottom>
            <a:ln w="9525" cap="flat" cmpd="sng">
              <a:solidFill>
                <a:schemeClr val="lt1"/>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chemeClr val="accent3"/>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433"/>
    <p:restoredTop sz="94744"/>
  </p:normalViewPr>
  <p:slideViewPr>
    <p:cSldViewPr snapToGrid="0">
      <p:cViewPr varScale="1">
        <p:scale>
          <a:sx n="119" d="100"/>
          <a:sy n="119" d="100"/>
        </p:scale>
        <p:origin x="672" y="184"/>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2.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5.fntdata"/><Relationship Id="rId47" Type="http://schemas.openxmlformats.org/officeDocument/2006/relationships/font" Target="fonts/font10.fntdata"/><Relationship Id="rId50" Type="http://schemas.openxmlformats.org/officeDocument/2006/relationships/font" Target="fonts/font13.fntdata"/><Relationship Id="rId55" Type="http://schemas.openxmlformats.org/officeDocument/2006/relationships/font" Target="fonts/font18.fntdata"/><Relationship Id="rId63"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font" Target="fonts/font3.fntdata"/><Relationship Id="rId45" Type="http://schemas.openxmlformats.org/officeDocument/2006/relationships/font" Target="fonts/font8.fntdata"/><Relationship Id="rId53" Type="http://schemas.openxmlformats.org/officeDocument/2006/relationships/font" Target="fonts/font16.fntdata"/><Relationship Id="rId66"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6.fntdata"/><Relationship Id="rId48" Type="http://schemas.openxmlformats.org/officeDocument/2006/relationships/font" Target="fonts/font11.fntdata"/><Relationship Id="rId56" Type="http://schemas.openxmlformats.org/officeDocument/2006/relationships/font" Target="fonts/font19.fntdata"/><Relationship Id="rId64"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font" Target="fonts/font14.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1.fntdata"/><Relationship Id="rId46" Type="http://schemas.openxmlformats.org/officeDocument/2006/relationships/font" Target="fonts/font9.fntdata"/><Relationship Id="rId20" Type="http://schemas.openxmlformats.org/officeDocument/2006/relationships/slide" Target="slides/slide19.xml"/><Relationship Id="rId41" Type="http://schemas.openxmlformats.org/officeDocument/2006/relationships/font" Target="fonts/font4.fntdata"/><Relationship Id="rId54" Type="http://schemas.openxmlformats.org/officeDocument/2006/relationships/font" Target="fonts/font17.fntdata"/><Relationship Id="rId62"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12.fntdata"/><Relationship Id="rId57" Type="http://schemas.openxmlformats.org/officeDocument/2006/relationships/font" Target="fonts/font20.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7.fntdata"/><Relationship Id="rId52" Type="http://schemas.openxmlformats.org/officeDocument/2006/relationships/font" Target="fonts/font15.fntdata"/><Relationship Id="rId60" Type="http://customschemas.google.com/relationships/presentationmetadata" Target="metadata"/><Relationship Id="rId65"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Quang Nguyen" userId="5d670127fb4ed1d3" providerId="LiveId" clId="{69EE9044-281E-4734-97DE-33207B456CE7}"/>
    <pc:docChg chg="undo custSel addSld delSld modSld sldOrd modMainMaster">
      <pc:chgData name="Quang Nguyen" userId="5d670127fb4ed1d3" providerId="LiveId" clId="{69EE9044-281E-4734-97DE-33207B456CE7}" dt="2024-06-18T03:06:52.477" v="669" actId="1076"/>
      <pc:docMkLst>
        <pc:docMk/>
      </pc:docMkLst>
      <pc:sldChg chg="modSp mod">
        <pc:chgData name="Quang Nguyen" userId="5d670127fb4ed1d3" providerId="LiveId" clId="{69EE9044-281E-4734-97DE-33207B456CE7}" dt="2024-06-18T02:21:36.892" v="435" actId="207"/>
        <pc:sldMkLst>
          <pc:docMk/>
          <pc:sldMk cId="0" sldId="256"/>
        </pc:sldMkLst>
        <pc:spChg chg="mod">
          <ac:chgData name="Quang Nguyen" userId="5d670127fb4ed1d3" providerId="LiveId" clId="{69EE9044-281E-4734-97DE-33207B456CE7}" dt="2024-06-17T15:09:45.937" v="155" actId="2711"/>
          <ac:spMkLst>
            <pc:docMk/>
            <pc:sldMk cId="0" sldId="256"/>
            <ac:spMk id="54" creationId="{00000000-0000-0000-0000-000000000000}"/>
          </ac:spMkLst>
        </pc:spChg>
        <pc:spChg chg="mod">
          <ac:chgData name="Quang Nguyen" userId="5d670127fb4ed1d3" providerId="LiveId" clId="{69EE9044-281E-4734-97DE-33207B456CE7}" dt="2024-06-18T02:21:36.892" v="435" actId="207"/>
          <ac:spMkLst>
            <pc:docMk/>
            <pc:sldMk cId="0" sldId="256"/>
            <ac:spMk id="55" creationId="{00000000-0000-0000-0000-000000000000}"/>
          </ac:spMkLst>
        </pc:spChg>
        <pc:spChg chg="mod">
          <ac:chgData name="Quang Nguyen" userId="5d670127fb4ed1d3" providerId="LiveId" clId="{69EE9044-281E-4734-97DE-33207B456CE7}" dt="2024-06-17T15:23:53.614" v="312" actId="20577"/>
          <ac:spMkLst>
            <pc:docMk/>
            <pc:sldMk cId="0" sldId="256"/>
            <ac:spMk id="57" creationId="{00000000-0000-0000-0000-000000000000}"/>
          </ac:spMkLst>
        </pc:spChg>
      </pc:sldChg>
      <pc:sldChg chg="modSp mod">
        <pc:chgData name="Quang Nguyen" userId="5d670127fb4ed1d3" providerId="LiveId" clId="{69EE9044-281E-4734-97DE-33207B456CE7}" dt="2024-06-18T03:00:11.961" v="530" actId="404"/>
        <pc:sldMkLst>
          <pc:docMk/>
          <pc:sldMk cId="0" sldId="257"/>
        </pc:sldMkLst>
        <pc:spChg chg="mod">
          <ac:chgData name="Quang Nguyen" userId="5d670127fb4ed1d3" providerId="LiveId" clId="{69EE9044-281E-4734-97DE-33207B456CE7}" dt="2024-06-17T15:29:22.742" v="318" actId="207"/>
          <ac:spMkLst>
            <pc:docMk/>
            <pc:sldMk cId="0" sldId="257"/>
            <ac:spMk id="62" creationId="{00000000-0000-0000-0000-000000000000}"/>
          </ac:spMkLst>
        </pc:spChg>
        <pc:spChg chg="mod">
          <ac:chgData name="Quang Nguyen" userId="5d670127fb4ed1d3" providerId="LiveId" clId="{69EE9044-281E-4734-97DE-33207B456CE7}" dt="2024-06-17T15:15:14.390" v="230" actId="207"/>
          <ac:spMkLst>
            <pc:docMk/>
            <pc:sldMk cId="0" sldId="257"/>
            <ac:spMk id="63" creationId="{00000000-0000-0000-0000-000000000000}"/>
          </ac:spMkLst>
        </pc:spChg>
        <pc:spChg chg="mod">
          <ac:chgData name="Quang Nguyen" userId="5d670127fb4ed1d3" providerId="LiveId" clId="{69EE9044-281E-4734-97DE-33207B456CE7}" dt="2024-06-17T15:48:17.839" v="362" actId="20577"/>
          <ac:spMkLst>
            <pc:docMk/>
            <pc:sldMk cId="0" sldId="257"/>
            <ac:spMk id="64" creationId="{00000000-0000-0000-0000-000000000000}"/>
          </ac:spMkLst>
        </pc:spChg>
        <pc:spChg chg="mod">
          <ac:chgData name="Quang Nguyen" userId="5d670127fb4ed1d3" providerId="LiveId" clId="{69EE9044-281E-4734-97DE-33207B456CE7}" dt="2024-06-17T15:14:34.366" v="223" actId="2711"/>
          <ac:spMkLst>
            <pc:docMk/>
            <pc:sldMk cId="0" sldId="257"/>
            <ac:spMk id="66" creationId="{00000000-0000-0000-0000-000000000000}"/>
          </ac:spMkLst>
        </pc:spChg>
        <pc:spChg chg="mod">
          <ac:chgData name="Quang Nguyen" userId="5d670127fb4ed1d3" providerId="LiveId" clId="{69EE9044-281E-4734-97DE-33207B456CE7}" dt="2024-06-17T15:15:14.390" v="230" actId="207"/>
          <ac:spMkLst>
            <pc:docMk/>
            <pc:sldMk cId="0" sldId="257"/>
            <ac:spMk id="67" creationId="{00000000-0000-0000-0000-000000000000}"/>
          </ac:spMkLst>
        </pc:spChg>
        <pc:spChg chg="mod">
          <ac:chgData name="Quang Nguyen" userId="5d670127fb4ed1d3" providerId="LiveId" clId="{69EE9044-281E-4734-97DE-33207B456CE7}" dt="2024-06-17T15:15:14.390" v="230" actId="207"/>
          <ac:spMkLst>
            <pc:docMk/>
            <pc:sldMk cId="0" sldId="257"/>
            <ac:spMk id="68" creationId="{00000000-0000-0000-0000-000000000000}"/>
          </ac:spMkLst>
        </pc:spChg>
        <pc:spChg chg="mod">
          <ac:chgData name="Quang Nguyen" userId="5d670127fb4ed1d3" providerId="LiveId" clId="{69EE9044-281E-4734-97DE-33207B456CE7}" dt="2024-06-17T15:15:14.390" v="230" actId="207"/>
          <ac:spMkLst>
            <pc:docMk/>
            <pc:sldMk cId="0" sldId="257"/>
            <ac:spMk id="69" creationId="{00000000-0000-0000-0000-000000000000}"/>
          </ac:spMkLst>
        </pc:spChg>
        <pc:spChg chg="mod">
          <ac:chgData name="Quang Nguyen" userId="5d670127fb4ed1d3" providerId="LiveId" clId="{69EE9044-281E-4734-97DE-33207B456CE7}" dt="2024-06-17T15:15:14.390" v="230" actId="207"/>
          <ac:spMkLst>
            <pc:docMk/>
            <pc:sldMk cId="0" sldId="257"/>
            <ac:spMk id="70" creationId="{00000000-0000-0000-0000-000000000000}"/>
          </ac:spMkLst>
        </pc:spChg>
        <pc:spChg chg="mod">
          <ac:chgData name="Quang Nguyen" userId="5d670127fb4ed1d3" providerId="LiveId" clId="{69EE9044-281E-4734-97DE-33207B456CE7}" dt="2024-06-17T15:15:14.390" v="230" actId="207"/>
          <ac:spMkLst>
            <pc:docMk/>
            <pc:sldMk cId="0" sldId="257"/>
            <ac:spMk id="71" creationId="{00000000-0000-0000-0000-000000000000}"/>
          </ac:spMkLst>
        </pc:spChg>
        <pc:spChg chg="mod">
          <ac:chgData name="Quang Nguyen" userId="5d670127fb4ed1d3" providerId="LiveId" clId="{69EE9044-281E-4734-97DE-33207B456CE7}" dt="2024-06-18T03:00:11.961" v="530" actId="404"/>
          <ac:spMkLst>
            <pc:docMk/>
            <pc:sldMk cId="0" sldId="257"/>
            <ac:spMk id="73" creationId="{00000000-0000-0000-0000-000000000000}"/>
          </ac:spMkLst>
        </pc:spChg>
      </pc:sldChg>
      <pc:sldChg chg="del">
        <pc:chgData name="Quang Nguyen" userId="5d670127fb4ed1d3" providerId="LiveId" clId="{69EE9044-281E-4734-97DE-33207B456CE7}" dt="2024-06-17T15:16:30.057" v="239" actId="47"/>
        <pc:sldMkLst>
          <pc:docMk/>
          <pc:sldMk cId="0" sldId="258"/>
        </pc:sldMkLst>
      </pc:sldChg>
      <pc:sldChg chg="modSp mod">
        <pc:chgData name="Quang Nguyen" userId="5d670127fb4ed1d3" providerId="LiveId" clId="{69EE9044-281E-4734-97DE-33207B456CE7}" dt="2024-06-18T03:02:00.574" v="535" actId="403"/>
        <pc:sldMkLst>
          <pc:docMk/>
          <pc:sldMk cId="0" sldId="259"/>
        </pc:sldMkLst>
        <pc:spChg chg="mod">
          <ac:chgData name="Quang Nguyen" userId="5d670127fb4ed1d3" providerId="LiveId" clId="{69EE9044-281E-4734-97DE-33207B456CE7}" dt="2024-06-17T15:42:08.686" v="324" actId="113"/>
          <ac:spMkLst>
            <pc:docMk/>
            <pc:sldMk cId="0" sldId="259"/>
            <ac:spMk id="94" creationId="{00000000-0000-0000-0000-000000000000}"/>
          </ac:spMkLst>
        </pc:spChg>
        <pc:spChg chg="mod">
          <ac:chgData name="Quang Nguyen" userId="5d670127fb4ed1d3" providerId="LiveId" clId="{69EE9044-281E-4734-97DE-33207B456CE7}" dt="2024-06-18T03:02:00.574" v="535" actId="403"/>
          <ac:spMkLst>
            <pc:docMk/>
            <pc:sldMk cId="0" sldId="259"/>
            <ac:spMk id="95" creationId="{00000000-0000-0000-0000-000000000000}"/>
          </ac:spMkLst>
        </pc:spChg>
        <pc:spChg chg="mod">
          <ac:chgData name="Quang Nguyen" userId="5d670127fb4ed1d3" providerId="LiveId" clId="{69EE9044-281E-4734-97DE-33207B456CE7}" dt="2024-06-17T15:40:30.749" v="322" actId="207"/>
          <ac:spMkLst>
            <pc:docMk/>
            <pc:sldMk cId="0" sldId="259"/>
            <ac:spMk id="96" creationId="{00000000-0000-0000-0000-000000000000}"/>
          </ac:spMkLst>
        </pc:spChg>
        <pc:spChg chg="mod">
          <ac:chgData name="Quang Nguyen" userId="5d670127fb4ed1d3" providerId="LiveId" clId="{69EE9044-281E-4734-97DE-33207B456CE7}" dt="2024-06-17T14:37:49.836" v="69" actId="14100"/>
          <ac:spMkLst>
            <pc:docMk/>
            <pc:sldMk cId="0" sldId="259"/>
            <ac:spMk id="98" creationId="{00000000-0000-0000-0000-000000000000}"/>
          </ac:spMkLst>
        </pc:spChg>
        <pc:spChg chg="mod">
          <ac:chgData name="Quang Nguyen" userId="5d670127fb4ed1d3" providerId="LiveId" clId="{69EE9044-281E-4734-97DE-33207B456CE7}" dt="2024-06-17T14:37:45.211" v="68" actId="1076"/>
          <ac:spMkLst>
            <pc:docMk/>
            <pc:sldMk cId="0" sldId="259"/>
            <ac:spMk id="99" creationId="{00000000-0000-0000-0000-000000000000}"/>
          </ac:spMkLst>
        </pc:spChg>
        <pc:picChg chg="mod">
          <ac:chgData name="Quang Nguyen" userId="5d670127fb4ed1d3" providerId="LiveId" clId="{69EE9044-281E-4734-97DE-33207B456CE7}" dt="2024-06-17T14:37:41.168" v="67" actId="1076"/>
          <ac:picMkLst>
            <pc:docMk/>
            <pc:sldMk cId="0" sldId="259"/>
            <ac:picMk id="97" creationId="{00000000-0000-0000-0000-000000000000}"/>
          </ac:picMkLst>
        </pc:picChg>
      </pc:sldChg>
      <pc:sldChg chg="modSp mod">
        <pc:chgData name="Quang Nguyen" userId="5d670127fb4ed1d3" providerId="LiveId" clId="{69EE9044-281E-4734-97DE-33207B456CE7}" dt="2024-06-18T03:02:12.811" v="542" actId="404"/>
        <pc:sldMkLst>
          <pc:docMk/>
          <pc:sldMk cId="0" sldId="260"/>
        </pc:sldMkLst>
        <pc:spChg chg="mod">
          <ac:chgData name="Quang Nguyen" userId="5d670127fb4ed1d3" providerId="LiveId" clId="{69EE9044-281E-4734-97DE-33207B456CE7}" dt="2024-06-17T15:42:17.654" v="325"/>
          <ac:spMkLst>
            <pc:docMk/>
            <pc:sldMk cId="0" sldId="260"/>
            <ac:spMk id="105" creationId="{00000000-0000-0000-0000-000000000000}"/>
          </ac:spMkLst>
        </pc:spChg>
        <pc:spChg chg="mod">
          <ac:chgData name="Quang Nguyen" userId="5d670127fb4ed1d3" providerId="LiveId" clId="{69EE9044-281E-4734-97DE-33207B456CE7}" dt="2024-06-18T03:02:12.811" v="542" actId="404"/>
          <ac:spMkLst>
            <pc:docMk/>
            <pc:sldMk cId="0" sldId="260"/>
            <ac:spMk id="106" creationId="{00000000-0000-0000-0000-000000000000}"/>
          </ac:spMkLst>
        </pc:spChg>
        <pc:spChg chg="mod">
          <ac:chgData name="Quang Nguyen" userId="5d670127fb4ed1d3" providerId="LiveId" clId="{69EE9044-281E-4734-97DE-33207B456CE7}" dt="2024-06-17T14:38:38.573" v="75" actId="404"/>
          <ac:spMkLst>
            <pc:docMk/>
            <pc:sldMk cId="0" sldId="260"/>
            <ac:spMk id="107" creationId="{00000000-0000-0000-0000-000000000000}"/>
          </ac:spMkLst>
        </pc:spChg>
        <pc:spChg chg="mod">
          <ac:chgData name="Quang Nguyen" userId="5d670127fb4ed1d3" providerId="LiveId" clId="{69EE9044-281E-4734-97DE-33207B456CE7}" dt="2024-06-17T15:20:55.329" v="261" actId="1076"/>
          <ac:spMkLst>
            <pc:docMk/>
            <pc:sldMk cId="0" sldId="260"/>
            <ac:spMk id="110" creationId="{00000000-0000-0000-0000-000000000000}"/>
          </ac:spMkLst>
        </pc:spChg>
        <pc:spChg chg="mod">
          <ac:chgData name="Quang Nguyen" userId="5d670127fb4ed1d3" providerId="LiveId" clId="{69EE9044-281E-4734-97DE-33207B456CE7}" dt="2024-06-17T15:20:52.669" v="260" actId="1076"/>
          <ac:spMkLst>
            <pc:docMk/>
            <pc:sldMk cId="0" sldId="260"/>
            <ac:spMk id="111" creationId="{00000000-0000-0000-0000-000000000000}"/>
          </ac:spMkLst>
        </pc:spChg>
      </pc:sldChg>
      <pc:sldChg chg="modSp mod">
        <pc:chgData name="Quang Nguyen" userId="5d670127fb4ed1d3" providerId="LiveId" clId="{69EE9044-281E-4734-97DE-33207B456CE7}" dt="2024-06-18T03:02:24.304" v="549" actId="404"/>
        <pc:sldMkLst>
          <pc:docMk/>
          <pc:sldMk cId="0" sldId="261"/>
        </pc:sldMkLst>
        <pc:spChg chg="mod">
          <ac:chgData name="Quang Nguyen" userId="5d670127fb4ed1d3" providerId="LiveId" clId="{69EE9044-281E-4734-97DE-33207B456CE7}" dt="2024-06-17T15:42:20.751" v="326"/>
          <ac:spMkLst>
            <pc:docMk/>
            <pc:sldMk cId="0" sldId="261"/>
            <ac:spMk id="116" creationId="{00000000-0000-0000-0000-000000000000}"/>
          </ac:spMkLst>
        </pc:spChg>
        <pc:spChg chg="mod">
          <ac:chgData name="Quang Nguyen" userId="5d670127fb4ed1d3" providerId="LiveId" clId="{69EE9044-281E-4734-97DE-33207B456CE7}" dt="2024-06-18T03:02:24.304" v="549" actId="404"/>
          <ac:spMkLst>
            <pc:docMk/>
            <pc:sldMk cId="0" sldId="261"/>
            <ac:spMk id="117" creationId="{00000000-0000-0000-0000-000000000000}"/>
          </ac:spMkLst>
        </pc:spChg>
        <pc:spChg chg="mod">
          <ac:chgData name="Quang Nguyen" userId="5d670127fb4ed1d3" providerId="LiveId" clId="{69EE9044-281E-4734-97DE-33207B456CE7}" dt="2024-06-17T14:38:15.447" v="73" actId="14"/>
          <ac:spMkLst>
            <pc:docMk/>
            <pc:sldMk cId="0" sldId="261"/>
            <ac:spMk id="118" creationId="{00000000-0000-0000-0000-000000000000}"/>
          </ac:spMkLst>
        </pc:spChg>
      </pc:sldChg>
      <pc:sldChg chg="modSp mod">
        <pc:chgData name="Quang Nguyen" userId="5d670127fb4ed1d3" providerId="LiveId" clId="{69EE9044-281E-4734-97DE-33207B456CE7}" dt="2024-06-18T03:02:31.597" v="554" actId="403"/>
        <pc:sldMkLst>
          <pc:docMk/>
          <pc:sldMk cId="0" sldId="262"/>
        </pc:sldMkLst>
        <pc:spChg chg="mod">
          <ac:chgData name="Quang Nguyen" userId="5d670127fb4ed1d3" providerId="LiveId" clId="{69EE9044-281E-4734-97DE-33207B456CE7}" dt="2024-06-17T15:42:24.028" v="327"/>
          <ac:spMkLst>
            <pc:docMk/>
            <pc:sldMk cId="0" sldId="262"/>
            <ac:spMk id="123" creationId="{00000000-0000-0000-0000-000000000000}"/>
          </ac:spMkLst>
        </pc:spChg>
        <pc:spChg chg="mod">
          <ac:chgData name="Quang Nguyen" userId="5d670127fb4ed1d3" providerId="LiveId" clId="{69EE9044-281E-4734-97DE-33207B456CE7}" dt="2024-06-18T03:02:31.597" v="554" actId="403"/>
          <ac:spMkLst>
            <pc:docMk/>
            <pc:sldMk cId="0" sldId="262"/>
            <ac:spMk id="124" creationId="{00000000-0000-0000-0000-000000000000}"/>
          </ac:spMkLst>
        </pc:spChg>
        <pc:spChg chg="mod">
          <ac:chgData name="Quang Nguyen" userId="5d670127fb4ed1d3" providerId="LiveId" clId="{69EE9044-281E-4734-97DE-33207B456CE7}" dt="2024-06-17T14:39:21.334" v="79" actId="14"/>
          <ac:spMkLst>
            <pc:docMk/>
            <pc:sldMk cId="0" sldId="262"/>
            <ac:spMk id="125" creationId="{00000000-0000-0000-0000-000000000000}"/>
          </ac:spMkLst>
        </pc:spChg>
      </pc:sldChg>
      <pc:sldChg chg="modSp mod">
        <pc:chgData name="Quang Nguyen" userId="5d670127fb4ed1d3" providerId="LiveId" clId="{69EE9044-281E-4734-97DE-33207B456CE7}" dt="2024-06-18T03:02:56.655" v="559" actId="403"/>
        <pc:sldMkLst>
          <pc:docMk/>
          <pc:sldMk cId="0" sldId="263"/>
        </pc:sldMkLst>
        <pc:spChg chg="mod">
          <ac:chgData name="Quang Nguyen" userId="5d670127fb4ed1d3" providerId="LiveId" clId="{69EE9044-281E-4734-97DE-33207B456CE7}" dt="2024-06-17T15:43:23.313" v="328"/>
          <ac:spMkLst>
            <pc:docMk/>
            <pc:sldMk cId="0" sldId="263"/>
            <ac:spMk id="130" creationId="{00000000-0000-0000-0000-000000000000}"/>
          </ac:spMkLst>
        </pc:spChg>
        <pc:spChg chg="mod">
          <ac:chgData name="Quang Nguyen" userId="5d670127fb4ed1d3" providerId="LiveId" clId="{69EE9044-281E-4734-97DE-33207B456CE7}" dt="2024-06-18T03:02:56.655" v="559" actId="403"/>
          <ac:spMkLst>
            <pc:docMk/>
            <pc:sldMk cId="0" sldId="263"/>
            <ac:spMk id="131" creationId="{00000000-0000-0000-0000-000000000000}"/>
          </ac:spMkLst>
        </pc:spChg>
        <pc:spChg chg="mod">
          <ac:chgData name="Quang Nguyen" userId="5d670127fb4ed1d3" providerId="LiveId" clId="{69EE9044-281E-4734-97DE-33207B456CE7}" dt="2024-06-17T14:39:34.038" v="83" actId="14"/>
          <ac:spMkLst>
            <pc:docMk/>
            <pc:sldMk cId="0" sldId="263"/>
            <ac:spMk id="132" creationId="{00000000-0000-0000-0000-000000000000}"/>
          </ac:spMkLst>
        </pc:spChg>
        <pc:picChg chg="mod">
          <ac:chgData name="Quang Nguyen" userId="5d670127fb4ed1d3" providerId="LiveId" clId="{69EE9044-281E-4734-97DE-33207B456CE7}" dt="2024-06-17T14:39:37.887" v="84" actId="1076"/>
          <ac:picMkLst>
            <pc:docMk/>
            <pc:sldMk cId="0" sldId="263"/>
            <ac:picMk id="133" creationId="{00000000-0000-0000-0000-000000000000}"/>
          </ac:picMkLst>
        </pc:picChg>
      </pc:sldChg>
      <pc:sldChg chg="modSp mod">
        <pc:chgData name="Quang Nguyen" userId="5d670127fb4ed1d3" providerId="LiveId" clId="{69EE9044-281E-4734-97DE-33207B456CE7}" dt="2024-06-18T03:03:04.438" v="564" actId="403"/>
        <pc:sldMkLst>
          <pc:docMk/>
          <pc:sldMk cId="0" sldId="264"/>
        </pc:sldMkLst>
        <pc:spChg chg="mod">
          <ac:chgData name="Quang Nguyen" userId="5d670127fb4ed1d3" providerId="LiveId" clId="{69EE9044-281E-4734-97DE-33207B456CE7}" dt="2024-06-17T15:43:33.602" v="330" actId="113"/>
          <ac:spMkLst>
            <pc:docMk/>
            <pc:sldMk cId="0" sldId="264"/>
            <ac:spMk id="138" creationId="{00000000-0000-0000-0000-000000000000}"/>
          </ac:spMkLst>
        </pc:spChg>
        <pc:spChg chg="mod">
          <ac:chgData name="Quang Nguyen" userId="5d670127fb4ed1d3" providerId="LiveId" clId="{69EE9044-281E-4734-97DE-33207B456CE7}" dt="2024-06-18T03:03:04.438" v="564" actId="403"/>
          <ac:spMkLst>
            <pc:docMk/>
            <pc:sldMk cId="0" sldId="264"/>
            <ac:spMk id="139" creationId="{00000000-0000-0000-0000-000000000000}"/>
          </ac:spMkLst>
        </pc:spChg>
      </pc:sldChg>
      <pc:sldChg chg="modSp mod">
        <pc:chgData name="Quang Nguyen" userId="5d670127fb4ed1d3" providerId="LiveId" clId="{69EE9044-281E-4734-97DE-33207B456CE7}" dt="2024-06-18T03:03:14.602" v="569" actId="403"/>
        <pc:sldMkLst>
          <pc:docMk/>
          <pc:sldMk cId="0" sldId="265"/>
        </pc:sldMkLst>
        <pc:spChg chg="mod">
          <ac:chgData name="Quang Nguyen" userId="5d670127fb4ed1d3" providerId="LiveId" clId="{69EE9044-281E-4734-97DE-33207B456CE7}" dt="2024-06-17T15:43:58.178" v="332" actId="113"/>
          <ac:spMkLst>
            <pc:docMk/>
            <pc:sldMk cId="0" sldId="265"/>
            <ac:spMk id="146" creationId="{00000000-0000-0000-0000-000000000000}"/>
          </ac:spMkLst>
        </pc:spChg>
        <pc:spChg chg="mod">
          <ac:chgData name="Quang Nguyen" userId="5d670127fb4ed1d3" providerId="LiveId" clId="{69EE9044-281E-4734-97DE-33207B456CE7}" dt="2024-06-18T03:03:14.602" v="569" actId="403"/>
          <ac:spMkLst>
            <pc:docMk/>
            <pc:sldMk cId="0" sldId="265"/>
            <ac:spMk id="147" creationId="{00000000-0000-0000-0000-000000000000}"/>
          </ac:spMkLst>
        </pc:spChg>
        <pc:spChg chg="mod">
          <ac:chgData name="Quang Nguyen" userId="5d670127fb4ed1d3" providerId="LiveId" clId="{69EE9044-281E-4734-97DE-33207B456CE7}" dt="2024-06-17T15:50:49.906" v="434" actId="20577"/>
          <ac:spMkLst>
            <pc:docMk/>
            <pc:sldMk cId="0" sldId="265"/>
            <ac:spMk id="148" creationId="{00000000-0000-0000-0000-000000000000}"/>
          </ac:spMkLst>
        </pc:spChg>
      </pc:sldChg>
      <pc:sldChg chg="del">
        <pc:chgData name="Quang Nguyen" userId="5d670127fb4ed1d3" providerId="LiveId" clId="{69EE9044-281E-4734-97DE-33207B456CE7}" dt="2024-06-17T15:16:22.942" v="238" actId="47"/>
        <pc:sldMkLst>
          <pc:docMk/>
          <pc:sldMk cId="0" sldId="266"/>
        </pc:sldMkLst>
      </pc:sldChg>
      <pc:sldChg chg="modSp mod">
        <pc:chgData name="Quang Nguyen" userId="5d670127fb4ed1d3" providerId="LiveId" clId="{69EE9044-281E-4734-97DE-33207B456CE7}" dt="2024-06-18T03:03:42.844" v="580" actId="403"/>
        <pc:sldMkLst>
          <pc:docMk/>
          <pc:sldMk cId="0" sldId="267"/>
        </pc:sldMkLst>
        <pc:spChg chg="mod">
          <ac:chgData name="Quang Nguyen" userId="5d670127fb4ed1d3" providerId="LiveId" clId="{69EE9044-281E-4734-97DE-33207B456CE7}" dt="2024-06-18T03:03:31.621" v="575" actId="403"/>
          <ac:spMkLst>
            <pc:docMk/>
            <pc:sldMk cId="0" sldId="267"/>
            <ac:spMk id="169" creationId="{00000000-0000-0000-0000-000000000000}"/>
          </ac:spMkLst>
        </pc:spChg>
        <pc:spChg chg="mod">
          <ac:chgData name="Quang Nguyen" userId="5d670127fb4ed1d3" providerId="LiveId" clId="{69EE9044-281E-4734-97DE-33207B456CE7}" dt="2024-06-18T03:03:42.844" v="580" actId="403"/>
          <ac:spMkLst>
            <pc:docMk/>
            <pc:sldMk cId="0" sldId="267"/>
            <ac:spMk id="170" creationId="{00000000-0000-0000-0000-000000000000}"/>
          </ac:spMkLst>
        </pc:spChg>
        <pc:spChg chg="mod">
          <ac:chgData name="Quang Nguyen" userId="5d670127fb4ed1d3" providerId="LiveId" clId="{69EE9044-281E-4734-97DE-33207B456CE7}" dt="2024-06-18T03:03:31.621" v="575" actId="403"/>
          <ac:spMkLst>
            <pc:docMk/>
            <pc:sldMk cId="0" sldId="267"/>
            <ac:spMk id="171" creationId="{00000000-0000-0000-0000-000000000000}"/>
          </ac:spMkLst>
        </pc:spChg>
        <pc:spChg chg="mod">
          <ac:chgData name="Quang Nguyen" userId="5d670127fb4ed1d3" providerId="LiveId" clId="{69EE9044-281E-4734-97DE-33207B456CE7}" dt="2024-06-18T03:03:31.621" v="575" actId="403"/>
          <ac:spMkLst>
            <pc:docMk/>
            <pc:sldMk cId="0" sldId="267"/>
            <ac:spMk id="172" creationId="{00000000-0000-0000-0000-000000000000}"/>
          </ac:spMkLst>
        </pc:spChg>
      </pc:sldChg>
      <pc:sldChg chg="modSp mod">
        <pc:chgData name="Quang Nguyen" userId="5d670127fb4ed1d3" providerId="LiveId" clId="{69EE9044-281E-4734-97DE-33207B456CE7}" dt="2024-06-18T03:04:00.658" v="585" actId="403"/>
        <pc:sldMkLst>
          <pc:docMk/>
          <pc:sldMk cId="0" sldId="268"/>
        </pc:sldMkLst>
        <pc:spChg chg="mod">
          <ac:chgData name="Quang Nguyen" userId="5d670127fb4ed1d3" providerId="LiveId" clId="{69EE9044-281E-4734-97DE-33207B456CE7}" dt="2024-06-17T15:44:27.437" v="339" actId="113"/>
          <ac:spMkLst>
            <pc:docMk/>
            <pc:sldMk cId="0" sldId="268"/>
            <ac:spMk id="178" creationId="{00000000-0000-0000-0000-000000000000}"/>
          </ac:spMkLst>
        </pc:spChg>
        <pc:spChg chg="mod">
          <ac:chgData name="Quang Nguyen" userId="5d670127fb4ed1d3" providerId="LiveId" clId="{69EE9044-281E-4734-97DE-33207B456CE7}" dt="2024-06-18T03:04:00.658" v="585" actId="403"/>
          <ac:spMkLst>
            <pc:docMk/>
            <pc:sldMk cId="0" sldId="268"/>
            <ac:spMk id="179" creationId="{00000000-0000-0000-0000-000000000000}"/>
          </ac:spMkLst>
        </pc:spChg>
      </pc:sldChg>
      <pc:sldChg chg="modSp mod">
        <pc:chgData name="Quang Nguyen" userId="5d670127fb4ed1d3" providerId="LiveId" clId="{69EE9044-281E-4734-97DE-33207B456CE7}" dt="2024-06-18T03:04:10.469" v="590" actId="403"/>
        <pc:sldMkLst>
          <pc:docMk/>
          <pc:sldMk cId="0" sldId="269"/>
        </pc:sldMkLst>
        <pc:spChg chg="mod">
          <ac:chgData name="Quang Nguyen" userId="5d670127fb4ed1d3" providerId="LiveId" clId="{69EE9044-281E-4734-97DE-33207B456CE7}" dt="2024-06-17T15:44:24.301" v="338" actId="113"/>
          <ac:spMkLst>
            <pc:docMk/>
            <pc:sldMk cId="0" sldId="269"/>
            <ac:spMk id="187" creationId="{00000000-0000-0000-0000-000000000000}"/>
          </ac:spMkLst>
        </pc:spChg>
        <pc:spChg chg="mod">
          <ac:chgData name="Quang Nguyen" userId="5d670127fb4ed1d3" providerId="LiveId" clId="{69EE9044-281E-4734-97DE-33207B456CE7}" dt="2024-06-18T03:04:10.469" v="590" actId="403"/>
          <ac:spMkLst>
            <pc:docMk/>
            <pc:sldMk cId="0" sldId="269"/>
            <ac:spMk id="188" creationId="{00000000-0000-0000-0000-000000000000}"/>
          </ac:spMkLst>
        </pc:spChg>
        <pc:spChg chg="mod">
          <ac:chgData name="Quang Nguyen" userId="5d670127fb4ed1d3" providerId="LiveId" clId="{69EE9044-281E-4734-97DE-33207B456CE7}" dt="2024-06-17T15:18:13.836" v="247" actId="14100"/>
          <ac:spMkLst>
            <pc:docMk/>
            <pc:sldMk cId="0" sldId="269"/>
            <ac:spMk id="190" creationId="{00000000-0000-0000-0000-000000000000}"/>
          </ac:spMkLst>
        </pc:spChg>
        <pc:spChg chg="mod">
          <ac:chgData name="Quang Nguyen" userId="5d670127fb4ed1d3" providerId="LiveId" clId="{69EE9044-281E-4734-97DE-33207B456CE7}" dt="2024-06-17T14:41:08.187" v="93" actId="14100"/>
          <ac:spMkLst>
            <pc:docMk/>
            <pc:sldMk cId="0" sldId="269"/>
            <ac:spMk id="192" creationId="{00000000-0000-0000-0000-000000000000}"/>
          </ac:spMkLst>
        </pc:spChg>
        <pc:spChg chg="mod">
          <ac:chgData name="Quang Nguyen" userId="5d670127fb4ed1d3" providerId="LiveId" clId="{69EE9044-281E-4734-97DE-33207B456CE7}" dt="2024-06-17T14:41:10.995" v="94" actId="14100"/>
          <ac:spMkLst>
            <pc:docMk/>
            <pc:sldMk cId="0" sldId="269"/>
            <ac:spMk id="193" creationId="{00000000-0000-0000-0000-000000000000}"/>
          </ac:spMkLst>
        </pc:spChg>
      </pc:sldChg>
      <pc:sldChg chg="modSp mod">
        <pc:chgData name="Quang Nguyen" userId="5d670127fb4ed1d3" providerId="LiveId" clId="{69EE9044-281E-4734-97DE-33207B456CE7}" dt="2024-06-18T03:04:18.572" v="595" actId="403"/>
        <pc:sldMkLst>
          <pc:docMk/>
          <pc:sldMk cId="0" sldId="270"/>
        </pc:sldMkLst>
        <pc:spChg chg="mod">
          <ac:chgData name="Quang Nguyen" userId="5d670127fb4ed1d3" providerId="LiveId" clId="{69EE9044-281E-4734-97DE-33207B456CE7}" dt="2024-06-17T15:44:21.510" v="337" actId="113"/>
          <ac:spMkLst>
            <pc:docMk/>
            <pc:sldMk cId="0" sldId="270"/>
            <ac:spMk id="199" creationId="{00000000-0000-0000-0000-000000000000}"/>
          </ac:spMkLst>
        </pc:spChg>
        <pc:spChg chg="mod">
          <ac:chgData name="Quang Nguyen" userId="5d670127fb4ed1d3" providerId="LiveId" clId="{69EE9044-281E-4734-97DE-33207B456CE7}" dt="2024-06-18T03:04:18.572" v="595" actId="403"/>
          <ac:spMkLst>
            <pc:docMk/>
            <pc:sldMk cId="0" sldId="270"/>
            <ac:spMk id="200" creationId="{00000000-0000-0000-0000-000000000000}"/>
          </ac:spMkLst>
        </pc:spChg>
        <pc:spChg chg="mod">
          <ac:chgData name="Quang Nguyen" userId="5d670127fb4ed1d3" providerId="LiveId" clId="{69EE9044-281E-4734-97DE-33207B456CE7}" dt="2024-06-17T14:41:46.932" v="95" actId="14100"/>
          <ac:spMkLst>
            <pc:docMk/>
            <pc:sldMk cId="0" sldId="270"/>
            <ac:spMk id="201" creationId="{00000000-0000-0000-0000-000000000000}"/>
          </ac:spMkLst>
        </pc:spChg>
        <pc:spChg chg="mod">
          <ac:chgData name="Quang Nguyen" userId="5d670127fb4ed1d3" providerId="LiveId" clId="{69EE9044-281E-4734-97DE-33207B456CE7}" dt="2024-06-17T15:18:16.705" v="248" actId="14100"/>
          <ac:spMkLst>
            <pc:docMk/>
            <pc:sldMk cId="0" sldId="270"/>
            <ac:spMk id="202" creationId="{00000000-0000-0000-0000-000000000000}"/>
          </ac:spMkLst>
        </pc:spChg>
        <pc:spChg chg="mod">
          <ac:chgData name="Quang Nguyen" userId="5d670127fb4ed1d3" providerId="LiveId" clId="{69EE9044-281E-4734-97DE-33207B456CE7}" dt="2024-06-17T15:22:11.804" v="262" actId="13822"/>
          <ac:spMkLst>
            <pc:docMk/>
            <pc:sldMk cId="0" sldId="270"/>
            <ac:spMk id="203" creationId="{00000000-0000-0000-0000-000000000000}"/>
          </ac:spMkLst>
        </pc:spChg>
      </pc:sldChg>
      <pc:sldChg chg="addSp delSp modSp mod">
        <pc:chgData name="Quang Nguyen" userId="5d670127fb4ed1d3" providerId="LiveId" clId="{69EE9044-281E-4734-97DE-33207B456CE7}" dt="2024-06-18T03:04:25.676" v="600" actId="403"/>
        <pc:sldMkLst>
          <pc:docMk/>
          <pc:sldMk cId="0" sldId="271"/>
        </pc:sldMkLst>
        <pc:spChg chg="add mod">
          <ac:chgData name="Quang Nguyen" userId="5d670127fb4ed1d3" providerId="LiveId" clId="{69EE9044-281E-4734-97DE-33207B456CE7}" dt="2024-06-17T15:22:19.913" v="264"/>
          <ac:spMkLst>
            <pc:docMk/>
            <pc:sldMk cId="0" sldId="271"/>
            <ac:spMk id="2" creationId="{E930118B-1EBA-28C5-5414-FF54D8A113E2}"/>
          </ac:spMkLst>
        </pc:spChg>
        <pc:spChg chg="mod">
          <ac:chgData name="Quang Nguyen" userId="5d670127fb4ed1d3" providerId="LiveId" clId="{69EE9044-281E-4734-97DE-33207B456CE7}" dt="2024-06-17T15:44:35.956" v="341"/>
          <ac:spMkLst>
            <pc:docMk/>
            <pc:sldMk cId="0" sldId="271"/>
            <ac:spMk id="209" creationId="{00000000-0000-0000-0000-000000000000}"/>
          </ac:spMkLst>
        </pc:spChg>
        <pc:spChg chg="mod">
          <ac:chgData name="Quang Nguyen" userId="5d670127fb4ed1d3" providerId="LiveId" clId="{69EE9044-281E-4734-97DE-33207B456CE7}" dt="2024-06-18T03:04:25.676" v="600" actId="403"/>
          <ac:spMkLst>
            <pc:docMk/>
            <pc:sldMk cId="0" sldId="271"/>
            <ac:spMk id="210" creationId="{00000000-0000-0000-0000-000000000000}"/>
          </ac:spMkLst>
        </pc:spChg>
        <pc:spChg chg="mod">
          <ac:chgData name="Quang Nguyen" userId="5d670127fb4ed1d3" providerId="LiveId" clId="{69EE9044-281E-4734-97DE-33207B456CE7}" dt="2024-06-17T14:41:56.679" v="96" actId="14100"/>
          <ac:spMkLst>
            <pc:docMk/>
            <pc:sldMk cId="0" sldId="271"/>
            <ac:spMk id="211" creationId="{00000000-0000-0000-0000-000000000000}"/>
          </ac:spMkLst>
        </pc:spChg>
        <pc:spChg chg="mod">
          <ac:chgData name="Quang Nguyen" userId="5d670127fb4ed1d3" providerId="LiveId" clId="{69EE9044-281E-4734-97DE-33207B456CE7}" dt="2024-06-17T15:18:20.243" v="249" actId="14100"/>
          <ac:spMkLst>
            <pc:docMk/>
            <pc:sldMk cId="0" sldId="271"/>
            <ac:spMk id="212" creationId="{00000000-0000-0000-0000-000000000000}"/>
          </ac:spMkLst>
        </pc:spChg>
        <pc:spChg chg="del">
          <ac:chgData name="Quang Nguyen" userId="5d670127fb4ed1d3" providerId="LiveId" clId="{69EE9044-281E-4734-97DE-33207B456CE7}" dt="2024-06-17T15:22:18.772" v="263" actId="478"/>
          <ac:spMkLst>
            <pc:docMk/>
            <pc:sldMk cId="0" sldId="271"/>
            <ac:spMk id="213" creationId="{00000000-0000-0000-0000-000000000000}"/>
          </ac:spMkLst>
        </pc:spChg>
      </pc:sldChg>
      <pc:sldChg chg="addSp delSp modSp mod">
        <pc:chgData name="Quang Nguyen" userId="5d670127fb4ed1d3" providerId="LiveId" clId="{69EE9044-281E-4734-97DE-33207B456CE7}" dt="2024-06-18T03:04:32.594" v="605" actId="403"/>
        <pc:sldMkLst>
          <pc:docMk/>
          <pc:sldMk cId="0" sldId="272"/>
        </pc:sldMkLst>
        <pc:spChg chg="mod">
          <ac:chgData name="Quang Nguyen" userId="5d670127fb4ed1d3" providerId="LiveId" clId="{69EE9044-281E-4734-97DE-33207B456CE7}" dt="2024-06-17T15:44:38.638" v="342"/>
          <ac:spMkLst>
            <pc:docMk/>
            <pc:sldMk cId="0" sldId="272"/>
            <ac:spMk id="218" creationId="{00000000-0000-0000-0000-000000000000}"/>
          </ac:spMkLst>
        </pc:spChg>
        <pc:spChg chg="mod">
          <ac:chgData name="Quang Nguyen" userId="5d670127fb4ed1d3" providerId="LiveId" clId="{69EE9044-281E-4734-97DE-33207B456CE7}" dt="2024-06-18T03:04:32.594" v="605" actId="403"/>
          <ac:spMkLst>
            <pc:docMk/>
            <pc:sldMk cId="0" sldId="272"/>
            <ac:spMk id="219" creationId="{00000000-0000-0000-0000-000000000000}"/>
          </ac:spMkLst>
        </pc:spChg>
        <pc:spChg chg="mod">
          <ac:chgData name="Quang Nguyen" userId="5d670127fb4ed1d3" providerId="LiveId" clId="{69EE9044-281E-4734-97DE-33207B456CE7}" dt="2024-06-17T14:17:24.119" v="2" actId="20577"/>
          <ac:spMkLst>
            <pc:docMk/>
            <pc:sldMk cId="0" sldId="272"/>
            <ac:spMk id="220" creationId="{00000000-0000-0000-0000-000000000000}"/>
          </ac:spMkLst>
        </pc:spChg>
        <pc:spChg chg="mod">
          <ac:chgData name="Quang Nguyen" userId="5d670127fb4ed1d3" providerId="LiveId" clId="{69EE9044-281E-4734-97DE-33207B456CE7}" dt="2024-06-17T15:18:30.699" v="251" actId="1076"/>
          <ac:spMkLst>
            <pc:docMk/>
            <pc:sldMk cId="0" sldId="272"/>
            <ac:spMk id="221" creationId="{00000000-0000-0000-0000-000000000000}"/>
          </ac:spMkLst>
        </pc:spChg>
        <pc:picChg chg="add del mod">
          <ac:chgData name="Quang Nguyen" userId="5d670127fb4ed1d3" providerId="LiveId" clId="{69EE9044-281E-4734-97DE-33207B456CE7}" dt="2024-06-18T02:36:17.841" v="512" actId="478"/>
          <ac:picMkLst>
            <pc:docMk/>
            <pc:sldMk cId="0" sldId="272"/>
            <ac:picMk id="3" creationId="{C088EB9D-966B-32D6-8B0F-10B4B5B5786E}"/>
          </ac:picMkLst>
        </pc:picChg>
        <pc:picChg chg="add mod">
          <ac:chgData name="Quang Nguyen" userId="5d670127fb4ed1d3" providerId="LiveId" clId="{69EE9044-281E-4734-97DE-33207B456CE7}" dt="2024-06-18T02:36:38.092" v="518" actId="1076"/>
          <ac:picMkLst>
            <pc:docMk/>
            <pc:sldMk cId="0" sldId="272"/>
            <ac:picMk id="4" creationId="{74A55240-827B-7EDA-BA7E-04AC32710DA6}"/>
          </ac:picMkLst>
        </pc:picChg>
        <pc:picChg chg="del mod">
          <ac:chgData name="Quang Nguyen" userId="5d670127fb4ed1d3" providerId="LiveId" clId="{69EE9044-281E-4734-97DE-33207B456CE7}" dt="2024-06-17T14:35:44.158" v="43" actId="478"/>
          <ac:picMkLst>
            <pc:docMk/>
            <pc:sldMk cId="0" sldId="272"/>
            <ac:picMk id="222" creationId="{00000000-0000-0000-0000-000000000000}"/>
          </ac:picMkLst>
        </pc:picChg>
      </pc:sldChg>
      <pc:sldChg chg="addSp delSp modSp mod">
        <pc:chgData name="Quang Nguyen" userId="5d670127fb4ed1d3" providerId="LiveId" clId="{69EE9044-281E-4734-97DE-33207B456CE7}" dt="2024-06-18T03:04:38.492" v="610" actId="403"/>
        <pc:sldMkLst>
          <pc:docMk/>
          <pc:sldMk cId="0" sldId="273"/>
        </pc:sldMkLst>
        <pc:spChg chg="add mod">
          <ac:chgData name="Quang Nguyen" userId="5d670127fb4ed1d3" providerId="LiveId" clId="{69EE9044-281E-4734-97DE-33207B456CE7}" dt="2024-06-17T15:22:30.875" v="266"/>
          <ac:spMkLst>
            <pc:docMk/>
            <pc:sldMk cId="0" sldId="273"/>
            <ac:spMk id="2" creationId="{D5454465-4239-F67D-C325-A912720BADA0}"/>
          </ac:spMkLst>
        </pc:spChg>
        <pc:spChg chg="mod">
          <ac:chgData name="Quang Nguyen" userId="5d670127fb4ed1d3" providerId="LiveId" clId="{69EE9044-281E-4734-97DE-33207B456CE7}" dt="2024-06-17T15:44:41.220" v="343"/>
          <ac:spMkLst>
            <pc:docMk/>
            <pc:sldMk cId="0" sldId="273"/>
            <ac:spMk id="228" creationId="{00000000-0000-0000-0000-000000000000}"/>
          </ac:spMkLst>
        </pc:spChg>
        <pc:spChg chg="mod">
          <ac:chgData name="Quang Nguyen" userId="5d670127fb4ed1d3" providerId="LiveId" clId="{69EE9044-281E-4734-97DE-33207B456CE7}" dt="2024-06-18T03:04:38.492" v="610" actId="403"/>
          <ac:spMkLst>
            <pc:docMk/>
            <pc:sldMk cId="0" sldId="273"/>
            <ac:spMk id="229" creationId="{00000000-0000-0000-0000-000000000000}"/>
          </ac:spMkLst>
        </pc:spChg>
        <pc:spChg chg="mod">
          <ac:chgData name="Quang Nguyen" userId="5d670127fb4ed1d3" providerId="LiveId" clId="{69EE9044-281E-4734-97DE-33207B456CE7}" dt="2024-06-17T15:18:25.890" v="250" actId="14100"/>
          <ac:spMkLst>
            <pc:docMk/>
            <pc:sldMk cId="0" sldId="273"/>
            <ac:spMk id="231" creationId="{00000000-0000-0000-0000-000000000000}"/>
          </ac:spMkLst>
        </pc:spChg>
        <pc:spChg chg="del">
          <ac:chgData name="Quang Nguyen" userId="5d670127fb4ed1d3" providerId="LiveId" clId="{69EE9044-281E-4734-97DE-33207B456CE7}" dt="2024-06-17T15:22:29.888" v="265" actId="478"/>
          <ac:spMkLst>
            <pc:docMk/>
            <pc:sldMk cId="0" sldId="273"/>
            <ac:spMk id="232" creationId="{00000000-0000-0000-0000-000000000000}"/>
          </ac:spMkLst>
        </pc:spChg>
      </pc:sldChg>
      <pc:sldChg chg="addSp delSp modSp mod">
        <pc:chgData name="Quang Nguyen" userId="5d670127fb4ed1d3" providerId="LiveId" clId="{69EE9044-281E-4734-97DE-33207B456CE7}" dt="2024-06-18T03:04:44.743" v="615" actId="403"/>
        <pc:sldMkLst>
          <pc:docMk/>
          <pc:sldMk cId="0" sldId="274"/>
        </pc:sldMkLst>
        <pc:spChg chg="add mod">
          <ac:chgData name="Quang Nguyen" userId="5d670127fb4ed1d3" providerId="LiveId" clId="{69EE9044-281E-4734-97DE-33207B456CE7}" dt="2024-06-17T15:23:06.905" v="268"/>
          <ac:spMkLst>
            <pc:docMk/>
            <pc:sldMk cId="0" sldId="274"/>
            <ac:spMk id="2" creationId="{C392AFBC-1AFF-4ED2-9EBA-9F124960AF78}"/>
          </ac:spMkLst>
        </pc:spChg>
        <pc:spChg chg="mod">
          <ac:chgData name="Quang Nguyen" userId="5d670127fb4ed1d3" providerId="LiveId" clId="{69EE9044-281E-4734-97DE-33207B456CE7}" dt="2024-06-17T15:44:43.964" v="344"/>
          <ac:spMkLst>
            <pc:docMk/>
            <pc:sldMk cId="0" sldId="274"/>
            <ac:spMk id="238" creationId="{00000000-0000-0000-0000-000000000000}"/>
          </ac:spMkLst>
        </pc:spChg>
        <pc:spChg chg="mod">
          <ac:chgData name="Quang Nguyen" userId="5d670127fb4ed1d3" providerId="LiveId" clId="{69EE9044-281E-4734-97DE-33207B456CE7}" dt="2024-06-18T03:04:44.743" v="615" actId="403"/>
          <ac:spMkLst>
            <pc:docMk/>
            <pc:sldMk cId="0" sldId="274"/>
            <ac:spMk id="239" creationId="{00000000-0000-0000-0000-000000000000}"/>
          </ac:spMkLst>
        </pc:spChg>
        <pc:spChg chg="mod">
          <ac:chgData name="Quang Nguyen" userId="5d670127fb4ed1d3" providerId="LiveId" clId="{69EE9044-281E-4734-97DE-33207B456CE7}" dt="2024-06-17T14:42:39.073" v="98" actId="14100"/>
          <ac:spMkLst>
            <pc:docMk/>
            <pc:sldMk cId="0" sldId="274"/>
            <ac:spMk id="240" creationId="{00000000-0000-0000-0000-000000000000}"/>
          </ac:spMkLst>
        </pc:spChg>
        <pc:spChg chg="mod">
          <ac:chgData name="Quang Nguyen" userId="5d670127fb4ed1d3" providerId="LiveId" clId="{69EE9044-281E-4734-97DE-33207B456CE7}" dt="2024-06-17T15:18:41.831" v="252" actId="14100"/>
          <ac:spMkLst>
            <pc:docMk/>
            <pc:sldMk cId="0" sldId="274"/>
            <ac:spMk id="241" creationId="{00000000-0000-0000-0000-000000000000}"/>
          </ac:spMkLst>
        </pc:spChg>
        <pc:spChg chg="del">
          <ac:chgData name="Quang Nguyen" userId="5d670127fb4ed1d3" providerId="LiveId" clId="{69EE9044-281E-4734-97DE-33207B456CE7}" dt="2024-06-17T15:23:05.919" v="267" actId="478"/>
          <ac:spMkLst>
            <pc:docMk/>
            <pc:sldMk cId="0" sldId="274"/>
            <ac:spMk id="242" creationId="{00000000-0000-0000-0000-000000000000}"/>
          </ac:spMkLst>
        </pc:spChg>
      </pc:sldChg>
      <pc:sldChg chg="modSp mod">
        <pc:chgData name="Quang Nguyen" userId="5d670127fb4ed1d3" providerId="LiveId" clId="{69EE9044-281E-4734-97DE-33207B456CE7}" dt="2024-06-18T03:04:51.705" v="620" actId="403"/>
        <pc:sldMkLst>
          <pc:docMk/>
          <pc:sldMk cId="0" sldId="275"/>
        </pc:sldMkLst>
        <pc:spChg chg="mod">
          <ac:chgData name="Quang Nguyen" userId="5d670127fb4ed1d3" providerId="LiveId" clId="{69EE9044-281E-4734-97DE-33207B456CE7}" dt="2024-06-17T15:44:52.342" v="346" actId="113"/>
          <ac:spMkLst>
            <pc:docMk/>
            <pc:sldMk cId="0" sldId="275"/>
            <ac:spMk id="247" creationId="{00000000-0000-0000-0000-000000000000}"/>
          </ac:spMkLst>
        </pc:spChg>
        <pc:spChg chg="mod">
          <ac:chgData name="Quang Nguyen" userId="5d670127fb4ed1d3" providerId="LiveId" clId="{69EE9044-281E-4734-97DE-33207B456CE7}" dt="2024-06-18T03:04:51.705" v="620" actId="403"/>
          <ac:spMkLst>
            <pc:docMk/>
            <pc:sldMk cId="0" sldId="275"/>
            <ac:spMk id="248" creationId="{00000000-0000-0000-0000-000000000000}"/>
          </ac:spMkLst>
        </pc:spChg>
        <pc:spChg chg="mod">
          <ac:chgData name="Quang Nguyen" userId="5d670127fb4ed1d3" providerId="LiveId" clId="{69EE9044-281E-4734-97DE-33207B456CE7}" dt="2024-06-17T14:43:16.010" v="100" actId="120"/>
          <ac:spMkLst>
            <pc:docMk/>
            <pc:sldMk cId="0" sldId="275"/>
            <ac:spMk id="249" creationId="{00000000-0000-0000-0000-000000000000}"/>
          </ac:spMkLst>
        </pc:spChg>
      </pc:sldChg>
      <pc:sldChg chg="modSp mod">
        <pc:chgData name="Quang Nguyen" userId="5d670127fb4ed1d3" providerId="LiveId" clId="{69EE9044-281E-4734-97DE-33207B456CE7}" dt="2024-06-18T03:04:58.739" v="625" actId="403"/>
        <pc:sldMkLst>
          <pc:docMk/>
          <pc:sldMk cId="0" sldId="276"/>
        </pc:sldMkLst>
        <pc:spChg chg="mod">
          <ac:chgData name="Quang Nguyen" userId="5d670127fb4ed1d3" providerId="LiveId" clId="{69EE9044-281E-4734-97DE-33207B456CE7}" dt="2024-06-17T15:44:56.005" v="347"/>
          <ac:spMkLst>
            <pc:docMk/>
            <pc:sldMk cId="0" sldId="276"/>
            <ac:spMk id="254" creationId="{00000000-0000-0000-0000-000000000000}"/>
          </ac:spMkLst>
        </pc:spChg>
        <pc:spChg chg="mod">
          <ac:chgData name="Quang Nguyen" userId="5d670127fb4ed1d3" providerId="LiveId" clId="{69EE9044-281E-4734-97DE-33207B456CE7}" dt="2024-06-18T03:04:58.739" v="625" actId="403"/>
          <ac:spMkLst>
            <pc:docMk/>
            <pc:sldMk cId="0" sldId="276"/>
            <ac:spMk id="255" creationId="{00000000-0000-0000-0000-000000000000}"/>
          </ac:spMkLst>
        </pc:spChg>
        <pc:spChg chg="mod">
          <ac:chgData name="Quang Nguyen" userId="5d670127fb4ed1d3" providerId="LiveId" clId="{69EE9044-281E-4734-97DE-33207B456CE7}" dt="2024-06-17T14:44:15.588" v="103" actId="123"/>
          <ac:spMkLst>
            <pc:docMk/>
            <pc:sldMk cId="0" sldId="276"/>
            <ac:spMk id="256" creationId="{00000000-0000-0000-0000-000000000000}"/>
          </ac:spMkLst>
        </pc:spChg>
        <pc:spChg chg="mod">
          <ac:chgData name="Quang Nguyen" userId="5d670127fb4ed1d3" providerId="LiveId" clId="{69EE9044-281E-4734-97DE-33207B456CE7}" dt="2024-06-17T15:18:50.138" v="253" actId="14100"/>
          <ac:spMkLst>
            <pc:docMk/>
            <pc:sldMk cId="0" sldId="276"/>
            <ac:spMk id="258" creationId="{00000000-0000-0000-0000-000000000000}"/>
          </ac:spMkLst>
        </pc:spChg>
      </pc:sldChg>
      <pc:sldChg chg="modSp mod">
        <pc:chgData name="Quang Nguyen" userId="5d670127fb4ed1d3" providerId="LiveId" clId="{69EE9044-281E-4734-97DE-33207B456CE7}" dt="2024-06-18T03:05:04.201" v="630" actId="403"/>
        <pc:sldMkLst>
          <pc:docMk/>
          <pc:sldMk cId="0" sldId="277"/>
        </pc:sldMkLst>
        <pc:spChg chg="mod">
          <ac:chgData name="Quang Nguyen" userId="5d670127fb4ed1d3" providerId="LiveId" clId="{69EE9044-281E-4734-97DE-33207B456CE7}" dt="2024-06-17T15:44:59.390" v="348"/>
          <ac:spMkLst>
            <pc:docMk/>
            <pc:sldMk cId="0" sldId="277"/>
            <ac:spMk id="263" creationId="{00000000-0000-0000-0000-000000000000}"/>
          </ac:spMkLst>
        </pc:spChg>
        <pc:spChg chg="mod">
          <ac:chgData name="Quang Nguyen" userId="5d670127fb4ed1d3" providerId="LiveId" clId="{69EE9044-281E-4734-97DE-33207B456CE7}" dt="2024-06-18T03:05:04.201" v="630" actId="403"/>
          <ac:spMkLst>
            <pc:docMk/>
            <pc:sldMk cId="0" sldId="277"/>
            <ac:spMk id="264" creationId="{00000000-0000-0000-0000-000000000000}"/>
          </ac:spMkLst>
        </pc:spChg>
        <pc:spChg chg="mod">
          <ac:chgData name="Quang Nguyen" userId="5d670127fb4ed1d3" providerId="LiveId" clId="{69EE9044-281E-4734-97DE-33207B456CE7}" dt="2024-06-17T14:46:15.097" v="134" actId="14100"/>
          <ac:spMkLst>
            <pc:docMk/>
            <pc:sldMk cId="0" sldId="277"/>
            <ac:spMk id="265" creationId="{00000000-0000-0000-0000-000000000000}"/>
          </ac:spMkLst>
        </pc:spChg>
        <pc:spChg chg="mod">
          <ac:chgData name="Quang Nguyen" userId="5d670127fb4ed1d3" providerId="LiveId" clId="{69EE9044-281E-4734-97DE-33207B456CE7}" dt="2024-06-18T02:37:50.009" v="523" actId="1076"/>
          <ac:spMkLst>
            <pc:docMk/>
            <pc:sldMk cId="0" sldId="277"/>
            <ac:spMk id="268" creationId="{00000000-0000-0000-0000-000000000000}"/>
          </ac:spMkLst>
        </pc:spChg>
        <pc:spChg chg="mod">
          <ac:chgData name="Quang Nguyen" userId="5d670127fb4ed1d3" providerId="LiveId" clId="{69EE9044-281E-4734-97DE-33207B456CE7}" dt="2024-06-18T02:37:44.774" v="520" actId="1076"/>
          <ac:spMkLst>
            <pc:docMk/>
            <pc:sldMk cId="0" sldId="277"/>
            <ac:spMk id="269" creationId="{00000000-0000-0000-0000-000000000000}"/>
          </ac:spMkLst>
        </pc:spChg>
        <pc:picChg chg="mod">
          <ac:chgData name="Quang Nguyen" userId="5d670127fb4ed1d3" providerId="LiveId" clId="{69EE9044-281E-4734-97DE-33207B456CE7}" dt="2024-06-18T02:37:47.449" v="522" actId="1076"/>
          <ac:picMkLst>
            <pc:docMk/>
            <pc:sldMk cId="0" sldId="277"/>
            <ac:picMk id="266" creationId="{00000000-0000-0000-0000-000000000000}"/>
          </ac:picMkLst>
        </pc:picChg>
        <pc:picChg chg="mod">
          <ac:chgData name="Quang Nguyen" userId="5d670127fb4ed1d3" providerId="LiveId" clId="{69EE9044-281E-4734-97DE-33207B456CE7}" dt="2024-06-18T02:37:46.220" v="521" actId="1076"/>
          <ac:picMkLst>
            <pc:docMk/>
            <pc:sldMk cId="0" sldId="277"/>
            <ac:picMk id="267" creationId="{00000000-0000-0000-0000-000000000000}"/>
          </ac:picMkLst>
        </pc:picChg>
      </pc:sldChg>
      <pc:sldChg chg="addSp modSp mod">
        <pc:chgData name="Quang Nguyen" userId="5d670127fb4ed1d3" providerId="LiveId" clId="{69EE9044-281E-4734-97DE-33207B456CE7}" dt="2024-06-18T03:06:52.477" v="669" actId="1076"/>
        <pc:sldMkLst>
          <pc:docMk/>
          <pc:sldMk cId="0" sldId="278"/>
        </pc:sldMkLst>
        <pc:spChg chg="add mod">
          <ac:chgData name="Quang Nguyen" userId="5d670127fb4ed1d3" providerId="LiveId" clId="{69EE9044-281E-4734-97DE-33207B456CE7}" dt="2024-06-18T02:31:10.508" v="511" actId="207"/>
          <ac:spMkLst>
            <pc:docMk/>
            <pc:sldMk cId="0" sldId="278"/>
            <ac:spMk id="2" creationId="{296B6B57-D909-804C-F19E-DC3481F91C6F}"/>
          </ac:spMkLst>
        </pc:spChg>
        <pc:spChg chg="mod">
          <ac:chgData name="Quang Nguyen" userId="5d670127fb4ed1d3" providerId="LiveId" clId="{69EE9044-281E-4734-97DE-33207B456CE7}" dt="2024-06-17T15:45:03.844" v="349"/>
          <ac:spMkLst>
            <pc:docMk/>
            <pc:sldMk cId="0" sldId="278"/>
            <ac:spMk id="274" creationId="{00000000-0000-0000-0000-000000000000}"/>
          </ac:spMkLst>
        </pc:spChg>
        <pc:spChg chg="mod">
          <ac:chgData name="Quang Nguyen" userId="5d670127fb4ed1d3" providerId="LiveId" clId="{69EE9044-281E-4734-97DE-33207B456CE7}" dt="2024-06-18T03:05:12.312" v="635" actId="403"/>
          <ac:spMkLst>
            <pc:docMk/>
            <pc:sldMk cId="0" sldId="278"/>
            <ac:spMk id="275" creationId="{00000000-0000-0000-0000-000000000000}"/>
          </ac:spMkLst>
        </pc:spChg>
        <pc:graphicFrameChg chg="mod modGraphic">
          <ac:chgData name="Quang Nguyen" userId="5d670127fb4ed1d3" providerId="LiveId" clId="{69EE9044-281E-4734-97DE-33207B456CE7}" dt="2024-06-18T03:06:52.477" v="669" actId="1076"/>
          <ac:graphicFrameMkLst>
            <pc:docMk/>
            <pc:sldMk cId="0" sldId="278"/>
            <ac:graphicFrameMk id="277" creationId="{00000000-0000-0000-0000-000000000000}"/>
          </ac:graphicFrameMkLst>
        </pc:graphicFrameChg>
      </pc:sldChg>
      <pc:sldChg chg="modSp mod">
        <pc:chgData name="Quang Nguyen" userId="5d670127fb4ed1d3" providerId="LiveId" clId="{69EE9044-281E-4734-97DE-33207B456CE7}" dt="2024-06-18T03:05:17.217" v="640" actId="403"/>
        <pc:sldMkLst>
          <pc:docMk/>
          <pc:sldMk cId="0" sldId="279"/>
        </pc:sldMkLst>
        <pc:spChg chg="mod">
          <ac:chgData name="Quang Nguyen" userId="5d670127fb4ed1d3" providerId="LiveId" clId="{69EE9044-281E-4734-97DE-33207B456CE7}" dt="2024-06-17T15:45:10.708" v="351" actId="113"/>
          <ac:spMkLst>
            <pc:docMk/>
            <pc:sldMk cId="0" sldId="279"/>
            <ac:spMk id="282" creationId="{00000000-0000-0000-0000-000000000000}"/>
          </ac:spMkLst>
        </pc:spChg>
        <pc:spChg chg="mod">
          <ac:chgData name="Quang Nguyen" userId="5d670127fb4ed1d3" providerId="LiveId" clId="{69EE9044-281E-4734-97DE-33207B456CE7}" dt="2024-06-18T03:05:17.217" v="640" actId="403"/>
          <ac:spMkLst>
            <pc:docMk/>
            <pc:sldMk cId="0" sldId="279"/>
            <ac:spMk id="283" creationId="{00000000-0000-0000-0000-000000000000}"/>
          </ac:spMkLst>
        </pc:spChg>
        <pc:spChg chg="mod">
          <ac:chgData name="Quang Nguyen" userId="5d670127fb4ed1d3" providerId="LiveId" clId="{69EE9044-281E-4734-97DE-33207B456CE7}" dt="2024-06-17T14:46:45.385" v="140" actId="14"/>
          <ac:spMkLst>
            <pc:docMk/>
            <pc:sldMk cId="0" sldId="279"/>
            <ac:spMk id="284" creationId="{00000000-0000-0000-0000-000000000000}"/>
          </ac:spMkLst>
        </pc:spChg>
      </pc:sldChg>
      <pc:sldChg chg="modSp mod">
        <pc:chgData name="Quang Nguyen" userId="5d670127fb4ed1d3" providerId="LiveId" clId="{69EE9044-281E-4734-97DE-33207B456CE7}" dt="2024-06-18T03:05:24.127" v="645" actId="403"/>
        <pc:sldMkLst>
          <pc:docMk/>
          <pc:sldMk cId="0" sldId="280"/>
        </pc:sldMkLst>
        <pc:spChg chg="mod">
          <ac:chgData name="Quang Nguyen" userId="5d670127fb4ed1d3" providerId="LiveId" clId="{69EE9044-281E-4734-97DE-33207B456CE7}" dt="2024-06-17T15:45:14.885" v="352"/>
          <ac:spMkLst>
            <pc:docMk/>
            <pc:sldMk cId="0" sldId="280"/>
            <ac:spMk id="289" creationId="{00000000-0000-0000-0000-000000000000}"/>
          </ac:spMkLst>
        </pc:spChg>
        <pc:spChg chg="mod">
          <ac:chgData name="Quang Nguyen" userId="5d670127fb4ed1d3" providerId="LiveId" clId="{69EE9044-281E-4734-97DE-33207B456CE7}" dt="2024-06-18T03:05:24.127" v="645" actId="403"/>
          <ac:spMkLst>
            <pc:docMk/>
            <pc:sldMk cId="0" sldId="280"/>
            <ac:spMk id="290" creationId="{00000000-0000-0000-0000-000000000000}"/>
          </ac:spMkLst>
        </pc:spChg>
      </pc:sldChg>
      <pc:sldChg chg="modSp mod">
        <pc:chgData name="Quang Nguyen" userId="5d670127fb4ed1d3" providerId="LiveId" clId="{69EE9044-281E-4734-97DE-33207B456CE7}" dt="2024-06-18T03:05:35.221" v="650" actId="403"/>
        <pc:sldMkLst>
          <pc:docMk/>
          <pc:sldMk cId="0" sldId="281"/>
        </pc:sldMkLst>
        <pc:spChg chg="mod">
          <ac:chgData name="Quang Nguyen" userId="5d670127fb4ed1d3" providerId="LiveId" clId="{69EE9044-281E-4734-97DE-33207B456CE7}" dt="2024-06-17T15:45:17.823" v="353"/>
          <ac:spMkLst>
            <pc:docMk/>
            <pc:sldMk cId="0" sldId="281"/>
            <ac:spMk id="297" creationId="{00000000-0000-0000-0000-000000000000}"/>
          </ac:spMkLst>
        </pc:spChg>
        <pc:spChg chg="mod">
          <ac:chgData name="Quang Nguyen" userId="5d670127fb4ed1d3" providerId="LiveId" clId="{69EE9044-281E-4734-97DE-33207B456CE7}" dt="2024-06-18T03:05:35.221" v="650" actId="403"/>
          <ac:spMkLst>
            <pc:docMk/>
            <pc:sldMk cId="0" sldId="281"/>
            <ac:spMk id="298" creationId="{00000000-0000-0000-0000-000000000000}"/>
          </ac:spMkLst>
        </pc:spChg>
      </pc:sldChg>
      <pc:sldChg chg="modSp mod">
        <pc:chgData name="Quang Nguyen" userId="5d670127fb4ed1d3" providerId="LiveId" clId="{69EE9044-281E-4734-97DE-33207B456CE7}" dt="2024-06-18T03:05:41.190" v="655" actId="403"/>
        <pc:sldMkLst>
          <pc:docMk/>
          <pc:sldMk cId="0" sldId="282"/>
        </pc:sldMkLst>
        <pc:spChg chg="mod">
          <ac:chgData name="Quang Nguyen" userId="5d670127fb4ed1d3" providerId="LiveId" clId="{69EE9044-281E-4734-97DE-33207B456CE7}" dt="2024-06-17T15:45:21.045" v="354"/>
          <ac:spMkLst>
            <pc:docMk/>
            <pc:sldMk cId="0" sldId="282"/>
            <ac:spMk id="305" creationId="{00000000-0000-0000-0000-000000000000}"/>
          </ac:spMkLst>
        </pc:spChg>
        <pc:spChg chg="mod">
          <ac:chgData name="Quang Nguyen" userId="5d670127fb4ed1d3" providerId="LiveId" clId="{69EE9044-281E-4734-97DE-33207B456CE7}" dt="2024-06-18T03:05:41.190" v="655" actId="403"/>
          <ac:spMkLst>
            <pc:docMk/>
            <pc:sldMk cId="0" sldId="282"/>
            <ac:spMk id="306" creationId="{00000000-0000-0000-0000-000000000000}"/>
          </ac:spMkLst>
        </pc:spChg>
      </pc:sldChg>
      <pc:sldChg chg="del">
        <pc:chgData name="Quang Nguyen" userId="5d670127fb4ed1d3" providerId="LiveId" clId="{69EE9044-281E-4734-97DE-33207B456CE7}" dt="2024-06-17T15:16:41.058" v="242" actId="47"/>
        <pc:sldMkLst>
          <pc:docMk/>
          <pc:sldMk cId="0" sldId="283"/>
        </pc:sldMkLst>
      </pc:sldChg>
      <pc:sldChg chg="modSp mod">
        <pc:chgData name="Quang Nguyen" userId="5d670127fb4ed1d3" providerId="LiveId" clId="{69EE9044-281E-4734-97DE-33207B456CE7}" dt="2024-06-18T03:05:57.902" v="663" actId="403"/>
        <pc:sldMkLst>
          <pc:docMk/>
          <pc:sldMk cId="0" sldId="284"/>
        </pc:sldMkLst>
        <pc:spChg chg="mod">
          <ac:chgData name="Quang Nguyen" userId="5d670127fb4ed1d3" providerId="LiveId" clId="{69EE9044-281E-4734-97DE-33207B456CE7}" dt="2024-06-17T15:45:29.122" v="356" actId="113"/>
          <ac:spMkLst>
            <pc:docMk/>
            <pc:sldMk cId="0" sldId="284"/>
            <ac:spMk id="329" creationId="{00000000-0000-0000-0000-000000000000}"/>
          </ac:spMkLst>
        </pc:spChg>
        <pc:spChg chg="mod">
          <ac:chgData name="Quang Nguyen" userId="5d670127fb4ed1d3" providerId="LiveId" clId="{69EE9044-281E-4734-97DE-33207B456CE7}" dt="2024-06-18T03:05:57.902" v="663" actId="403"/>
          <ac:spMkLst>
            <pc:docMk/>
            <pc:sldMk cId="0" sldId="284"/>
            <ac:spMk id="330" creationId="{00000000-0000-0000-0000-000000000000}"/>
          </ac:spMkLst>
        </pc:spChg>
      </pc:sldChg>
      <pc:sldChg chg="modSp mod">
        <pc:chgData name="Quang Nguyen" userId="5d670127fb4ed1d3" providerId="LiveId" clId="{69EE9044-281E-4734-97DE-33207B456CE7}" dt="2024-06-18T03:06:05.633" v="668" actId="403"/>
        <pc:sldMkLst>
          <pc:docMk/>
          <pc:sldMk cId="0" sldId="285"/>
        </pc:sldMkLst>
        <pc:spChg chg="mod">
          <ac:chgData name="Quang Nguyen" userId="5d670127fb4ed1d3" providerId="LiveId" clId="{69EE9044-281E-4734-97DE-33207B456CE7}" dt="2024-06-17T15:45:35.629" v="358" actId="113"/>
          <ac:spMkLst>
            <pc:docMk/>
            <pc:sldMk cId="0" sldId="285"/>
            <ac:spMk id="336" creationId="{00000000-0000-0000-0000-000000000000}"/>
          </ac:spMkLst>
        </pc:spChg>
        <pc:spChg chg="mod">
          <ac:chgData name="Quang Nguyen" userId="5d670127fb4ed1d3" providerId="LiveId" clId="{69EE9044-281E-4734-97DE-33207B456CE7}" dt="2024-06-18T03:06:05.633" v="668" actId="403"/>
          <ac:spMkLst>
            <pc:docMk/>
            <pc:sldMk cId="0" sldId="285"/>
            <ac:spMk id="337" creationId="{00000000-0000-0000-0000-000000000000}"/>
          </ac:spMkLst>
        </pc:spChg>
      </pc:sldChg>
      <pc:sldChg chg="modSp mod">
        <pc:chgData name="Quang Nguyen" userId="5d670127fb4ed1d3" providerId="LiveId" clId="{69EE9044-281E-4734-97DE-33207B456CE7}" dt="2024-06-17T15:16:48.452" v="243" actId="2711"/>
        <pc:sldMkLst>
          <pc:docMk/>
          <pc:sldMk cId="0" sldId="286"/>
        </pc:sldMkLst>
        <pc:spChg chg="mod">
          <ac:chgData name="Quang Nguyen" userId="5d670127fb4ed1d3" providerId="LiveId" clId="{69EE9044-281E-4734-97DE-33207B456CE7}" dt="2024-06-17T15:16:48.452" v="243" actId="2711"/>
          <ac:spMkLst>
            <pc:docMk/>
            <pc:sldMk cId="0" sldId="286"/>
            <ac:spMk id="343" creationId="{00000000-0000-0000-0000-000000000000}"/>
          </ac:spMkLst>
        </pc:spChg>
      </pc:sldChg>
      <pc:sldChg chg="modSp add mod ord">
        <pc:chgData name="Quang Nguyen" userId="5d670127fb4ed1d3" providerId="LiveId" clId="{69EE9044-281E-4734-97DE-33207B456CE7}" dt="2024-06-18T03:03:21.572" v="572" actId="404"/>
        <pc:sldMkLst>
          <pc:docMk/>
          <pc:sldMk cId="3383452059" sldId="287"/>
        </pc:sldMkLst>
        <pc:spChg chg="mod">
          <ac:chgData name="Quang Nguyen" userId="5d670127fb4ed1d3" providerId="LiveId" clId="{69EE9044-281E-4734-97DE-33207B456CE7}" dt="2024-06-17T15:29:27.937" v="319" actId="207"/>
          <ac:spMkLst>
            <pc:docMk/>
            <pc:sldMk cId="3383452059" sldId="287"/>
            <ac:spMk id="62" creationId="{00000000-0000-0000-0000-000000000000}"/>
          </ac:spMkLst>
        </pc:spChg>
        <pc:spChg chg="mod">
          <ac:chgData name="Quang Nguyen" userId="5d670127fb4ed1d3" providerId="LiveId" clId="{69EE9044-281E-4734-97DE-33207B456CE7}" dt="2024-06-17T15:15:26.724" v="232" actId="207"/>
          <ac:spMkLst>
            <pc:docMk/>
            <pc:sldMk cId="3383452059" sldId="287"/>
            <ac:spMk id="63" creationId="{00000000-0000-0000-0000-000000000000}"/>
          </ac:spMkLst>
        </pc:spChg>
        <pc:spChg chg="mod">
          <ac:chgData name="Quang Nguyen" userId="5d670127fb4ed1d3" providerId="LiveId" clId="{69EE9044-281E-4734-97DE-33207B456CE7}" dt="2024-06-17T15:15:21.386" v="231" actId="207"/>
          <ac:spMkLst>
            <pc:docMk/>
            <pc:sldMk cId="3383452059" sldId="287"/>
            <ac:spMk id="64" creationId="{00000000-0000-0000-0000-000000000000}"/>
          </ac:spMkLst>
        </pc:spChg>
        <pc:spChg chg="mod">
          <ac:chgData name="Quang Nguyen" userId="5d670127fb4ed1d3" providerId="LiveId" clId="{69EE9044-281E-4734-97DE-33207B456CE7}" dt="2024-06-17T15:15:21.386" v="231" actId="207"/>
          <ac:spMkLst>
            <pc:docMk/>
            <pc:sldMk cId="3383452059" sldId="287"/>
            <ac:spMk id="65" creationId="{00000000-0000-0000-0000-000000000000}"/>
          </ac:spMkLst>
        </pc:spChg>
        <pc:spChg chg="mod">
          <ac:chgData name="Quang Nguyen" userId="5d670127fb4ed1d3" providerId="LiveId" clId="{69EE9044-281E-4734-97DE-33207B456CE7}" dt="2024-06-17T15:15:21.386" v="231" actId="207"/>
          <ac:spMkLst>
            <pc:docMk/>
            <pc:sldMk cId="3383452059" sldId="287"/>
            <ac:spMk id="66" creationId="{00000000-0000-0000-0000-000000000000}"/>
          </ac:spMkLst>
        </pc:spChg>
        <pc:spChg chg="mod">
          <ac:chgData name="Quang Nguyen" userId="5d670127fb4ed1d3" providerId="LiveId" clId="{69EE9044-281E-4734-97DE-33207B456CE7}" dt="2024-06-17T15:15:26.724" v="232" actId="207"/>
          <ac:spMkLst>
            <pc:docMk/>
            <pc:sldMk cId="3383452059" sldId="287"/>
            <ac:spMk id="70" creationId="{00000000-0000-0000-0000-000000000000}"/>
          </ac:spMkLst>
        </pc:spChg>
        <pc:spChg chg="mod">
          <ac:chgData name="Quang Nguyen" userId="5d670127fb4ed1d3" providerId="LiveId" clId="{69EE9044-281E-4734-97DE-33207B456CE7}" dt="2024-06-17T15:15:26.724" v="232" actId="207"/>
          <ac:spMkLst>
            <pc:docMk/>
            <pc:sldMk cId="3383452059" sldId="287"/>
            <ac:spMk id="71" creationId="{00000000-0000-0000-0000-000000000000}"/>
          </ac:spMkLst>
        </pc:spChg>
        <pc:spChg chg="mod">
          <ac:chgData name="Quang Nguyen" userId="5d670127fb4ed1d3" providerId="LiveId" clId="{69EE9044-281E-4734-97DE-33207B456CE7}" dt="2024-06-18T03:03:21.572" v="572" actId="404"/>
          <ac:spMkLst>
            <pc:docMk/>
            <pc:sldMk cId="3383452059" sldId="287"/>
            <ac:spMk id="73" creationId="{00000000-0000-0000-0000-000000000000}"/>
          </ac:spMkLst>
        </pc:spChg>
      </pc:sldChg>
      <pc:sldChg chg="modSp add mod ord">
        <pc:chgData name="Quang Nguyen" userId="5d670127fb4ed1d3" providerId="LiveId" clId="{69EE9044-281E-4734-97DE-33207B456CE7}" dt="2024-06-18T03:05:49.429" v="658" actId="404"/>
        <pc:sldMkLst>
          <pc:docMk/>
          <pc:sldMk cId="1156468700" sldId="288"/>
        </pc:sldMkLst>
        <pc:spChg chg="mod">
          <ac:chgData name="Quang Nguyen" userId="5d670127fb4ed1d3" providerId="LiveId" clId="{69EE9044-281E-4734-97DE-33207B456CE7}" dt="2024-06-17T15:29:34.139" v="320" actId="207"/>
          <ac:spMkLst>
            <pc:docMk/>
            <pc:sldMk cId="1156468700" sldId="288"/>
            <ac:spMk id="62" creationId="{00000000-0000-0000-0000-000000000000}"/>
          </ac:spMkLst>
        </pc:spChg>
        <pc:spChg chg="mod">
          <ac:chgData name="Quang Nguyen" userId="5d670127fb4ed1d3" providerId="LiveId" clId="{69EE9044-281E-4734-97DE-33207B456CE7}" dt="2024-06-17T15:16:05.149" v="233" actId="207"/>
          <ac:spMkLst>
            <pc:docMk/>
            <pc:sldMk cId="1156468700" sldId="288"/>
            <ac:spMk id="64" creationId="{00000000-0000-0000-0000-000000000000}"/>
          </ac:spMkLst>
        </pc:spChg>
        <pc:spChg chg="mod">
          <ac:chgData name="Quang Nguyen" userId="5d670127fb4ed1d3" providerId="LiveId" clId="{69EE9044-281E-4734-97DE-33207B456CE7}" dt="2024-06-17T15:16:05.149" v="233" actId="207"/>
          <ac:spMkLst>
            <pc:docMk/>
            <pc:sldMk cId="1156468700" sldId="288"/>
            <ac:spMk id="65" creationId="{00000000-0000-0000-0000-000000000000}"/>
          </ac:spMkLst>
        </pc:spChg>
        <pc:spChg chg="mod">
          <ac:chgData name="Quang Nguyen" userId="5d670127fb4ed1d3" providerId="LiveId" clId="{69EE9044-281E-4734-97DE-33207B456CE7}" dt="2024-06-17T15:16:05.149" v="233" actId="207"/>
          <ac:spMkLst>
            <pc:docMk/>
            <pc:sldMk cId="1156468700" sldId="288"/>
            <ac:spMk id="66" creationId="{00000000-0000-0000-0000-000000000000}"/>
          </ac:spMkLst>
        </pc:spChg>
        <pc:spChg chg="mod">
          <ac:chgData name="Quang Nguyen" userId="5d670127fb4ed1d3" providerId="LiveId" clId="{69EE9044-281E-4734-97DE-33207B456CE7}" dt="2024-06-17T15:16:05.149" v="233" actId="207"/>
          <ac:spMkLst>
            <pc:docMk/>
            <pc:sldMk cId="1156468700" sldId="288"/>
            <ac:spMk id="67" creationId="{00000000-0000-0000-0000-000000000000}"/>
          </ac:spMkLst>
        </pc:spChg>
        <pc:spChg chg="mod">
          <ac:chgData name="Quang Nguyen" userId="5d670127fb4ed1d3" providerId="LiveId" clId="{69EE9044-281E-4734-97DE-33207B456CE7}" dt="2024-06-17T15:16:05.149" v="233" actId="207"/>
          <ac:spMkLst>
            <pc:docMk/>
            <pc:sldMk cId="1156468700" sldId="288"/>
            <ac:spMk id="68" creationId="{00000000-0000-0000-0000-000000000000}"/>
          </ac:spMkLst>
        </pc:spChg>
        <pc:spChg chg="mod">
          <ac:chgData name="Quang Nguyen" userId="5d670127fb4ed1d3" providerId="LiveId" clId="{69EE9044-281E-4734-97DE-33207B456CE7}" dt="2024-06-17T15:16:05.149" v="233" actId="207"/>
          <ac:spMkLst>
            <pc:docMk/>
            <pc:sldMk cId="1156468700" sldId="288"/>
            <ac:spMk id="69" creationId="{00000000-0000-0000-0000-000000000000}"/>
          </ac:spMkLst>
        </pc:spChg>
        <pc:spChg chg="mod">
          <ac:chgData name="Quang Nguyen" userId="5d670127fb4ed1d3" providerId="LiveId" clId="{69EE9044-281E-4734-97DE-33207B456CE7}" dt="2024-06-18T03:05:49.429" v="658" actId="404"/>
          <ac:spMkLst>
            <pc:docMk/>
            <pc:sldMk cId="1156468700" sldId="288"/>
            <ac:spMk id="73" creationId="{00000000-0000-0000-0000-000000000000}"/>
          </ac:spMkLst>
        </pc:spChg>
      </pc:sldChg>
      <pc:sldChg chg="modSp add mod ord">
        <pc:chgData name="Quang Nguyen" userId="5d670127fb4ed1d3" providerId="LiveId" clId="{69EE9044-281E-4734-97DE-33207B456CE7}" dt="2024-06-18T03:00:05.215" v="527" actId="404"/>
        <pc:sldMkLst>
          <pc:docMk/>
          <pc:sldMk cId="2256324767" sldId="289"/>
        </pc:sldMkLst>
        <pc:spChg chg="mod">
          <ac:chgData name="Quang Nguyen" userId="5d670127fb4ed1d3" providerId="LiveId" clId="{69EE9044-281E-4734-97DE-33207B456CE7}" dt="2024-06-17T15:29:15.359" v="317" actId="207"/>
          <ac:spMkLst>
            <pc:docMk/>
            <pc:sldMk cId="2256324767" sldId="289"/>
            <ac:spMk id="62" creationId="{00000000-0000-0000-0000-000000000000}"/>
          </ac:spMkLst>
        </pc:spChg>
        <pc:spChg chg="mod">
          <ac:chgData name="Quang Nguyen" userId="5d670127fb4ed1d3" providerId="LiveId" clId="{69EE9044-281E-4734-97DE-33207B456CE7}" dt="2024-06-18T03:00:05.215" v="527" actId="404"/>
          <ac:spMkLst>
            <pc:docMk/>
            <pc:sldMk cId="2256324767" sldId="289"/>
            <ac:spMk id="73" creationId="{00000000-0000-0000-0000-000000000000}"/>
          </ac:spMkLst>
        </pc:spChg>
      </pc:sldChg>
      <pc:sldMasterChg chg="modSldLayout">
        <pc:chgData name="Quang Nguyen" userId="5d670127fb4ed1d3" providerId="LiveId" clId="{69EE9044-281E-4734-97DE-33207B456CE7}" dt="2024-06-18T02:59:46.060" v="524" actId="207"/>
        <pc:sldMasterMkLst>
          <pc:docMk/>
          <pc:sldMasterMk cId="0" sldId="2147483648"/>
        </pc:sldMasterMkLst>
        <pc:sldLayoutChg chg="modSp">
          <pc:chgData name="Quang Nguyen" userId="5d670127fb4ed1d3" providerId="LiveId" clId="{69EE9044-281E-4734-97DE-33207B456CE7}" dt="2024-06-18T02:59:46.060" v="524" actId="207"/>
          <pc:sldLayoutMkLst>
            <pc:docMk/>
            <pc:sldMasterMk cId="0" sldId="2147483648"/>
            <pc:sldLayoutMk cId="0" sldId="2147483650"/>
          </pc:sldLayoutMkLst>
          <pc:spChg chg="mod">
            <ac:chgData name="Quang Nguyen" userId="5d670127fb4ed1d3" providerId="LiveId" clId="{69EE9044-281E-4734-97DE-33207B456CE7}" dt="2024-06-18T02:59:46.060" v="524" actId="207"/>
            <ac:spMkLst>
              <pc:docMk/>
              <pc:sldMasterMk cId="0" sldId="2147483648"/>
              <pc:sldLayoutMk cId="0" sldId="2147483650"/>
              <ac:spMk id="42" creationId="{00000000-0000-0000-0000-000000000000}"/>
            </ac:spMkLst>
          </pc:spChg>
        </pc:sldLayoutChg>
      </pc:sldMasterChg>
    </pc:docChg>
  </pc:docChgLst>
  <pc:docChgLst>
    <pc:chgData name="Quang Nguyen" userId="5d670127fb4ed1d3" providerId="LiveId" clId="{84490C82-48EA-4FB1-A22F-A83A10849784}"/>
    <pc:docChg chg="undo custSel addSld delSld modSld sldOrd">
      <pc:chgData name="Quang Nguyen" userId="5d670127fb4ed1d3" providerId="LiveId" clId="{84490C82-48EA-4FB1-A22F-A83A10849784}" dt="2024-08-07T02:40:25.954" v="2858" actId="20577"/>
      <pc:docMkLst>
        <pc:docMk/>
      </pc:docMkLst>
      <pc:sldChg chg="modSp mod">
        <pc:chgData name="Quang Nguyen" userId="5d670127fb4ed1d3" providerId="LiveId" clId="{84490C82-48EA-4FB1-A22F-A83A10849784}" dt="2024-08-05T08:31:17.199" v="386" actId="403"/>
        <pc:sldMkLst>
          <pc:docMk/>
          <pc:sldMk cId="0" sldId="256"/>
        </pc:sldMkLst>
        <pc:spChg chg="mod">
          <ac:chgData name="Quang Nguyen" userId="5d670127fb4ed1d3" providerId="LiveId" clId="{84490C82-48EA-4FB1-A22F-A83A10849784}" dt="2024-08-05T08:31:17.199" v="386" actId="403"/>
          <ac:spMkLst>
            <pc:docMk/>
            <pc:sldMk cId="0" sldId="256"/>
            <ac:spMk id="54" creationId="{00000000-0000-0000-0000-000000000000}"/>
          </ac:spMkLst>
        </pc:spChg>
      </pc:sldChg>
      <pc:sldChg chg="del">
        <pc:chgData name="Quang Nguyen" userId="5d670127fb4ed1d3" providerId="LiveId" clId="{84490C82-48EA-4FB1-A22F-A83A10849784}" dt="2024-08-05T08:01:05.275" v="133" actId="2696"/>
        <pc:sldMkLst>
          <pc:docMk/>
          <pc:sldMk cId="0" sldId="257"/>
        </pc:sldMkLst>
      </pc:sldChg>
      <pc:sldChg chg="modSp mod">
        <pc:chgData name="Quang Nguyen" userId="5d670127fb4ed1d3" providerId="LiveId" clId="{84490C82-48EA-4FB1-A22F-A83A10849784}" dt="2024-08-07T02:04:46.942" v="2709" actId="12"/>
        <pc:sldMkLst>
          <pc:docMk/>
          <pc:sldMk cId="0" sldId="259"/>
        </pc:sldMkLst>
        <pc:spChg chg="mod">
          <ac:chgData name="Quang Nguyen" userId="5d670127fb4ed1d3" providerId="LiveId" clId="{84490C82-48EA-4FB1-A22F-A83A10849784}" dt="2024-08-05T08:31:37.755" v="387"/>
          <ac:spMkLst>
            <pc:docMk/>
            <pc:sldMk cId="0" sldId="259"/>
            <ac:spMk id="94" creationId="{00000000-0000-0000-0000-000000000000}"/>
          </ac:spMkLst>
        </pc:spChg>
        <pc:spChg chg="mod">
          <ac:chgData name="Quang Nguyen" userId="5d670127fb4ed1d3" providerId="LiveId" clId="{84490C82-48EA-4FB1-A22F-A83A10849784}" dt="2024-08-07T02:04:46.942" v="2709" actId="12"/>
          <ac:spMkLst>
            <pc:docMk/>
            <pc:sldMk cId="0" sldId="259"/>
            <ac:spMk id="96" creationId="{00000000-0000-0000-0000-000000000000}"/>
          </ac:spMkLst>
        </pc:spChg>
      </pc:sldChg>
      <pc:sldChg chg="modSp mod">
        <pc:chgData name="Quang Nguyen" userId="5d670127fb4ed1d3" providerId="LiveId" clId="{84490C82-48EA-4FB1-A22F-A83A10849784}" dt="2024-08-07T02:04:53.785" v="2710" actId="12"/>
        <pc:sldMkLst>
          <pc:docMk/>
          <pc:sldMk cId="0" sldId="260"/>
        </pc:sldMkLst>
        <pc:spChg chg="mod">
          <ac:chgData name="Quang Nguyen" userId="5d670127fb4ed1d3" providerId="LiveId" clId="{84490C82-48EA-4FB1-A22F-A83A10849784}" dt="2024-08-07T02:04:53.785" v="2710" actId="12"/>
          <ac:spMkLst>
            <pc:docMk/>
            <pc:sldMk cId="0" sldId="260"/>
            <ac:spMk id="107" creationId="{00000000-0000-0000-0000-000000000000}"/>
          </ac:spMkLst>
        </pc:spChg>
        <pc:spChg chg="mod">
          <ac:chgData name="Quang Nguyen" userId="5d670127fb4ed1d3" providerId="LiveId" clId="{84490C82-48EA-4FB1-A22F-A83A10849784}" dt="2024-08-05T10:06:45.493" v="730" actId="20577"/>
          <ac:spMkLst>
            <pc:docMk/>
            <pc:sldMk cId="0" sldId="260"/>
            <ac:spMk id="110" creationId="{00000000-0000-0000-0000-000000000000}"/>
          </ac:spMkLst>
        </pc:spChg>
        <pc:spChg chg="mod">
          <ac:chgData name="Quang Nguyen" userId="5d670127fb4ed1d3" providerId="LiveId" clId="{84490C82-48EA-4FB1-A22F-A83A10849784}" dt="2024-08-05T10:06:57.043" v="732" actId="20577"/>
          <ac:spMkLst>
            <pc:docMk/>
            <pc:sldMk cId="0" sldId="260"/>
            <ac:spMk id="111" creationId="{00000000-0000-0000-0000-000000000000}"/>
          </ac:spMkLst>
        </pc:spChg>
      </pc:sldChg>
      <pc:sldChg chg="del">
        <pc:chgData name="Quang Nguyen" userId="5d670127fb4ed1d3" providerId="LiveId" clId="{84490C82-48EA-4FB1-A22F-A83A10849784}" dt="2024-08-05T09:57:12.538" v="556" actId="47"/>
        <pc:sldMkLst>
          <pc:docMk/>
          <pc:sldMk cId="0" sldId="261"/>
        </pc:sldMkLst>
      </pc:sldChg>
      <pc:sldChg chg="del">
        <pc:chgData name="Quang Nguyen" userId="5d670127fb4ed1d3" providerId="LiveId" clId="{84490C82-48EA-4FB1-A22F-A83A10849784}" dt="2024-08-05T08:08:00.014" v="342" actId="47"/>
        <pc:sldMkLst>
          <pc:docMk/>
          <pc:sldMk cId="0" sldId="262"/>
        </pc:sldMkLst>
      </pc:sldChg>
      <pc:sldChg chg="modSp mod">
        <pc:chgData name="Quang Nguyen" userId="5d670127fb4ed1d3" providerId="LiveId" clId="{84490C82-48EA-4FB1-A22F-A83A10849784}" dt="2024-08-07T02:04:59.686" v="2711" actId="12"/>
        <pc:sldMkLst>
          <pc:docMk/>
          <pc:sldMk cId="0" sldId="263"/>
        </pc:sldMkLst>
        <pc:spChg chg="mod">
          <ac:chgData name="Quang Nguyen" userId="5d670127fb4ed1d3" providerId="LiveId" clId="{84490C82-48EA-4FB1-A22F-A83A10849784}" dt="2024-08-07T02:04:59.686" v="2711" actId="12"/>
          <ac:spMkLst>
            <pc:docMk/>
            <pc:sldMk cId="0" sldId="263"/>
            <ac:spMk id="132" creationId="{00000000-0000-0000-0000-000000000000}"/>
          </ac:spMkLst>
        </pc:spChg>
      </pc:sldChg>
      <pc:sldChg chg="modSp mod">
        <pc:chgData name="Quang Nguyen" userId="5d670127fb4ed1d3" providerId="LiveId" clId="{84490C82-48EA-4FB1-A22F-A83A10849784}" dt="2024-08-07T02:39:33.458" v="2848" actId="948"/>
        <pc:sldMkLst>
          <pc:docMk/>
          <pc:sldMk cId="0" sldId="264"/>
        </pc:sldMkLst>
        <pc:spChg chg="mod">
          <ac:chgData name="Quang Nguyen" userId="5d670127fb4ed1d3" providerId="LiveId" clId="{84490C82-48EA-4FB1-A22F-A83A10849784}" dt="2024-08-07T02:39:33.458" v="2848" actId="948"/>
          <ac:spMkLst>
            <pc:docMk/>
            <pc:sldMk cId="0" sldId="264"/>
            <ac:spMk id="140" creationId="{00000000-0000-0000-0000-000000000000}"/>
          </ac:spMkLst>
        </pc:spChg>
      </pc:sldChg>
      <pc:sldChg chg="modSp mod">
        <pc:chgData name="Quang Nguyen" userId="5d670127fb4ed1d3" providerId="LiveId" clId="{84490C82-48EA-4FB1-A22F-A83A10849784}" dt="2024-08-07T02:05:21.165" v="2715" actId="12"/>
        <pc:sldMkLst>
          <pc:docMk/>
          <pc:sldMk cId="0" sldId="265"/>
        </pc:sldMkLst>
        <pc:spChg chg="mod">
          <ac:chgData name="Quang Nguyen" userId="5d670127fb4ed1d3" providerId="LiveId" clId="{84490C82-48EA-4FB1-A22F-A83A10849784}" dt="2024-08-07T02:05:21.165" v="2715" actId="12"/>
          <ac:spMkLst>
            <pc:docMk/>
            <pc:sldMk cId="0" sldId="265"/>
            <ac:spMk id="148" creationId="{00000000-0000-0000-0000-000000000000}"/>
          </ac:spMkLst>
        </pc:spChg>
      </pc:sldChg>
      <pc:sldChg chg="del">
        <pc:chgData name="Quang Nguyen" userId="5d670127fb4ed1d3" providerId="LiveId" clId="{84490C82-48EA-4FB1-A22F-A83A10849784}" dt="2024-08-05T08:11:33.961" v="360" actId="47"/>
        <pc:sldMkLst>
          <pc:docMk/>
          <pc:sldMk cId="0" sldId="267"/>
        </pc:sldMkLst>
      </pc:sldChg>
      <pc:sldChg chg="del">
        <pc:chgData name="Quang Nguyen" userId="5d670127fb4ed1d3" providerId="LiveId" clId="{84490C82-48EA-4FB1-A22F-A83A10849784}" dt="2024-08-05T08:11:37.794" v="361" actId="47"/>
        <pc:sldMkLst>
          <pc:docMk/>
          <pc:sldMk cId="0" sldId="268"/>
        </pc:sldMkLst>
      </pc:sldChg>
      <pc:sldChg chg="del">
        <pc:chgData name="Quang Nguyen" userId="5d670127fb4ed1d3" providerId="LiveId" clId="{84490C82-48EA-4FB1-A22F-A83A10849784}" dt="2024-08-05T08:11:38.802" v="362" actId="47"/>
        <pc:sldMkLst>
          <pc:docMk/>
          <pc:sldMk cId="0" sldId="269"/>
        </pc:sldMkLst>
      </pc:sldChg>
      <pc:sldChg chg="del">
        <pc:chgData name="Quang Nguyen" userId="5d670127fb4ed1d3" providerId="LiveId" clId="{84490C82-48EA-4FB1-A22F-A83A10849784}" dt="2024-08-05T08:11:40.098" v="363" actId="47"/>
        <pc:sldMkLst>
          <pc:docMk/>
          <pc:sldMk cId="0" sldId="270"/>
        </pc:sldMkLst>
      </pc:sldChg>
      <pc:sldChg chg="del">
        <pc:chgData name="Quang Nguyen" userId="5d670127fb4ed1d3" providerId="LiveId" clId="{84490C82-48EA-4FB1-A22F-A83A10849784}" dt="2024-08-05T08:11:41.463" v="364" actId="47"/>
        <pc:sldMkLst>
          <pc:docMk/>
          <pc:sldMk cId="0" sldId="271"/>
        </pc:sldMkLst>
      </pc:sldChg>
      <pc:sldChg chg="del">
        <pc:chgData name="Quang Nguyen" userId="5d670127fb4ed1d3" providerId="LiveId" clId="{84490C82-48EA-4FB1-A22F-A83A10849784}" dt="2024-08-05T08:11:42.903" v="365" actId="47"/>
        <pc:sldMkLst>
          <pc:docMk/>
          <pc:sldMk cId="0" sldId="272"/>
        </pc:sldMkLst>
      </pc:sldChg>
      <pc:sldChg chg="del">
        <pc:chgData name="Quang Nguyen" userId="5d670127fb4ed1d3" providerId="LiveId" clId="{84490C82-48EA-4FB1-A22F-A83A10849784}" dt="2024-08-05T08:11:55.987" v="366" actId="47"/>
        <pc:sldMkLst>
          <pc:docMk/>
          <pc:sldMk cId="0" sldId="273"/>
        </pc:sldMkLst>
      </pc:sldChg>
      <pc:sldChg chg="del">
        <pc:chgData name="Quang Nguyen" userId="5d670127fb4ed1d3" providerId="LiveId" clId="{84490C82-48EA-4FB1-A22F-A83A10849784}" dt="2024-08-05T08:11:57.766" v="367" actId="47"/>
        <pc:sldMkLst>
          <pc:docMk/>
          <pc:sldMk cId="0" sldId="274"/>
        </pc:sldMkLst>
      </pc:sldChg>
      <pc:sldChg chg="addSp delSp modSp del mod">
        <pc:chgData name="Quang Nguyen" userId="5d670127fb4ed1d3" providerId="LiveId" clId="{84490C82-48EA-4FB1-A22F-A83A10849784}" dt="2024-08-06T08:12:16.686" v="2664" actId="47"/>
        <pc:sldMkLst>
          <pc:docMk/>
          <pc:sldMk cId="0" sldId="275"/>
        </pc:sldMkLst>
        <pc:spChg chg="add mod">
          <ac:chgData name="Quang Nguyen" userId="5d670127fb4ed1d3" providerId="LiveId" clId="{84490C82-48EA-4FB1-A22F-A83A10849784}" dt="2024-08-06T08:08:17.782" v="2648" actId="1076"/>
          <ac:spMkLst>
            <pc:docMk/>
            <pc:sldMk cId="0" sldId="275"/>
            <ac:spMk id="2" creationId="{83EAE5FF-5DBC-B7F6-19C3-4CE64F780D40}"/>
          </ac:spMkLst>
        </pc:spChg>
        <pc:spChg chg="add del mod">
          <ac:chgData name="Quang Nguyen" userId="5d670127fb4ed1d3" providerId="LiveId" clId="{84490C82-48EA-4FB1-A22F-A83A10849784}" dt="2024-08-06T08:03:51.370" v="2617" actId="21"/>
          <ac:spMkLst>
            <pc:docMk/>
            <pc:sldMk cId="0" sldId="275"/>
            <ac:spMk id="4" creationId="{84FCFB62-CD76-8A5D-9FE3-BF1652D23CA3}"/>
          </ac:spMkLst>
        </pc:spChg>
        <pc:spChg chg="add">
          <ac:chgData name="Quang Nguyen" userId="5d670127fb4ed1d3" providerId="LiveId" clId="{84490C82-48EA-4FB1-A22F-A83A10849784}" dt="2024-08-06T08:09:35.726" v="2652"/>
          <ac:spMkLst>
            <pc:docMk/>
            <pc:sldMk cId="0" sldId="275"/>
            <ac:spMk id="5" creationId="{519ADE82-A9AF-2227-EB9E-1E277EA0F8A6}"/>
          </ac:spMkLst>
        </pc:spChg>
        <pc:spChg chg="add mod">
          <ac:chgData name="Quang Nguyen" userId="5d670127fb4ed1d3" providerId="LiveId" clId="{84490C82-48EA-4FB1-A22F-A83A10849784}" dt="2024-08-06T08:09:40.168" v="2654"/>
          <ac:spMkLst>
            <pc:docMk/>
            <pc:sldMk cId="0" sldId="275"/>
            <ac:spMk id="6" creationId="{8684BC1C-E9A3-188D-85CB-E3BFECD6FC67}"/>
          </ac:spMkLst>
        </pc:spChg>
        <pc:spChg chg="add del mod">
          <ac:chgData name="Quang Nguyen" userId="5d670127fb4ed1d3" providerId="LiveId" clId="{84490C82-48EA-4FB1-A22F-A83A10849784}" dt="2024-08-06T08:09:50.564" v="2657" actId="478"/>
          <ac:spMkLst>
            <pc:docMk/>
            <pc:sldMk cId="0" sldId="275"/>
            <ac:spMk id="7" creationId="{05FE5914-9797-0168-A834-9A150E4AA424}"/>
          </ac:spMkLst>
        </pc:spChg>
        <pc:spChg chg="add del mod">
          <ac:chgData name="Quang Nguyen" userId="5d670127fb4ed1d3" providerId="LiveId" clId="{84490C82-48EA-4FB1-A22F-A83A10849784}" dt="2024-08-06T08:09:53.460" v="2659" actId="478"/>
          <ac:spMkLst>
            <pc:docMk/>
            <pc:sldMk cId="0" sldId="275"/>
            <ac:spMk id="8" creationId="{441B0E4F-F40D-8ED4-9F2E-4464D32A50F7}"/>
          </ac:spMkLst>
        </pc:spChg>
        <pc:spChg chg="mod">
          <ac:chgData name="Quang Nguyen" userId="5d670127fb4ed1d3" providerId="LiveId" clId="{84490C82-48EA-4FB1-A22F-A83A10849784}" dt="2024-08-05T08:12:03.987" v="375" actId="20577"/>
          <ac:spMkLst>
            <pc:docMk/>
            <pc:sldMk cId="0" sldId="275"/>
            <ac:spMk id="247" creationId="{00000000-0000-0000-0000-000000000000}"/>
          </ac:spMkLst>
        </pc:spChg>
        <pc:spChg chg="mod">
          <ac:chgData name="Quang Nguyen" userId="5d670127fb4ed1d3" providerId="LiveId" clId="{84490C82-48EA-4FB1-A22F-A83A10849784}" dt="2024-08-06T08:06:23.949" v="2634" actId="14100"/>
          <ac:spMkLst>
            <pc:docMk/>
            <pc:sldMk cId="0" sldId="275"/>
            <ac:spMk id="249" creationId="{00000000-0000-0000-0000-000000000000}"/>
          </ac:spMkLst>
        </pc:spChg>
        <pc:picChg chg="add del mod modCrop">
          <ac:chgData name="Quang Nguyen" userId="5d670127fb4ed1d3" providerId="LiveId" clId="{84490C82-48EA-4FB1-A22F-A83A10849784}" dt="2024-08-06T08:03:47.516" v="2616" actId="478"/>
          <ac:picMkLst>
            <pc:docMk/>
            <pc:sldMk cId="0" sldId="275"/>
            <ac:picMk id="3" creationId="{82339799-2287-2024-D2FA-21EF7F481A0F}"/>
          </ac:picMkLst>
        </pc:picChg>
        <pc:picChg chg="add del mod">
          <ac:chgData name="Quang Nguyen" userId="5d670127fb4ed1d3" providerId="LiveId" clId="{84490C82-48EA-4FB1-A22F-A83A10849784}" dt="2024-08-06T08:08:05.282" v="2644" actId="478"/>
          <ac:picMkLst>
            <pc:docMk/>
            <pc:sldMk cId="0" sldId="275"/>
            <ac:picMk id="1026" creationId="{B981B2F5-3D1D-7C92-C9FE-BB58AA3F37AB}"/>
          </ac:picMkLst>
        </pc:picChg>
        <pc:picChg chg="add del mod">
          <ac:chgData name="Quang Nguyen" userId="5d670127fb4ed1d3" providerId="LiveId" clId="{84490C82-48EA-4FB1-A22F-A83A10849784}" dt="2024-08-06T08:09:35.169" v="2651" actId="478"/>
          <ac:picMkLst>
            <pc:docMk/>
            <pc:sldMk cId="0" sldId="275"/>
            <ac:picMk id="1028" creationId="{F6877E60-AEBB-19C7-F4D3-575F21E763DA}"/>
          </ac:picMkLst>
        </pc:picChg>
        <pc:picChg chg="add del mod">
          <ac:chgData name="Quang Nguyen" userId="5d670127fb4ed1d3" providerId="LiveId" clId="{84490C82-48EA-4FB1-A22F-A83A10849784}" dt="2024-08-06T08:12:05.690" v="2663" actId="478"/>
          <ac:picMkLst>
            <pc:docMk/>
            <pc:sldMk cId="0" sldId="275"/>
            <ac:picMk id="1038" creationId="{0DDE34B6-75A0-3D87-672C-413AF1849242}"/>
          </ac:picMkLst>
        </pc:picChg>
      </pc:sldChg>
      <pc:sldChg chg="del">
        <pc:chgData name="Quang Nguyen" userId="5d670127fb4ed1d3" providerId="LiveId" clId="{84490C82-48EA-4FB1-A22F-A83A10849784}" dt="2024-08-05T08:31:08.850" v="385" actId="47"/>
        <pc:sldMkLst>
          <pc:docMk/>
          <pc:sldMk cId="0" sldId="276"/>
        </pc:sldMkLst>
      </pc:sldChg>
      <pc:sldChg chg="del">
        <pc:chgData name="Quang Nguyen" userId="5d670127fb4ed1d3" providerId="LiveId" clId="{84490C82-48EA-4FB1-A22F-A83A10849784}" dt="2024-08-05T08:31:08.024" v="384" actId="47"/>
        <pc:sldMkLst>
          <pc:docMk/>
          <pc:sldMk cId="0" sldId="277"/>
        </pc:sldMkLst>
      </pc:sldChg>
      <pc:sldChg chg="del">
        <pc:chgData name="Quang Nguyen" userId="5d670127fb4ed1d3" providerId="LiveId" clId="{84490C82-48EA-4FB1-A22F-A83A10849784}" dt="2024-08-05T08:31:07.448" v="383" actId="47"/>
        <pc:sldMkLst>
          <pc:docMk/>
          <pc:sldMk cId="0" sldId="278"/>
        </pc:sldMkLst>
      </pc:sldChg>
      <pc:sldChg chg="del">
        <pc:chgData name="Quang Nguyen" userId="5d670127fb4ed1d3" providerId="LiveId" clId="{84490C82-48EA-4FB1-A22F-A83A10849784}" dt="2024-08-05T08:31:06.853" v="382" actId="47"/>
        <pc:sldMkLst>
          <pc:docMk/>
          <pc:sldMk cId="0" sldId="279"/>
        </pc:sldMkLst>
      </pc:sldChg>
      <pc:sldChg chg="del">
        <pc:chgData name="Quang Nguyen" userId="5d670127fb4ed1d3" providerId="LiveId" clId="{84490C82-48EA-4FB1-A22F-A83A10849784}" dt="2024-08-05T08:31:05.707" v="381" actId="47"/>
        <pc:sldMkLst>
          <pc:docMk/>
          <pc:sldMk cId="0" sldId="280"/>
        </pc:sldMkLst>
      </pc:sldChg>
      <pc:sldChg chg="del">
        <pc:chgData name="Quang Nguyen" userId="5d670127fb4ed1d3" providerId="LiveId" clId="{84490C82-48EA-4FB1-A22F-A83A10849784}" dt="2024-08-05T08:31:04.273" v="380" actId="47"/>
        <pc:sldMkLst>
          <pc:docMk/>
          <pc:sldMk cId="0" sldId="281"/>
        </pc:sldMkLst>
      </pc:sldChg>
      <pc:sldChg chg="del">
        <pc:chgData name="Quang Nguyen" userId="5d670127fb4ed1d3" providerId="LiveId" clId="{84490C82-48EA-4FB1-A22F-A83A10849784}" dt="2024-08-05T08:31:02.784" v="379" actId="47"/>
        <pc:sldMkLst>
          <pc:docMk/>
          <pc:sldMk cId="0" sldId="282"/>
        </pc:sldMkLst>
      </pc:sldChg>
      <pc:sldChg chg="del">
        <pc:chgData name="Quang Nguyen" userId="5d670127fb4ed1d3" providerId="LiveId" clId="{84490C82-48EA-4FB1-A22F-A83A10849784}" dt="2024-08-05T08:31:01.184" v="377" actId="47"/>
        <pc:sldMkLst>
          <pc:docMk/>
          <pc:sldMk cId="0" sldId="284"/>
        </pc:sldMkLst>
      </pc:sldChg>
      <pc:sldChg chg="del">
        <pc:chgData name="Quang Nguyen" userId="5d670127fb4ed1d3" providerId="LiveId" clId="{84490C82-48EA-4FB1-A22F-A83A10849784}" dt="2024-08-05T08:31:02.193" v="378" actId="47"/>
        <pc:sldMkLst>
          <pc:docMk/>
          <pc:sldMk cId="0" sldId="285"/>
        </pc:sldMkLst>
      </pc:sldChg>
      <pc:sldChg chg="del">
        <pc:chgData name="Quang Nguyen" userId="5d670127fb4ed1d3" providerId="LiveId" clId="{84490C82-48EA-4FB1-A22F-A83A10849784}" dt="2024-08-05T08:11:31.180" v="359" actId="47"/>
        <pc:sldMkLst>
          <pc:docMk/>
          <pc:sldMk cId="3383452059" sldId="287"/>
        </pc:sldMkLst>
      </pc:sldChg>
      <pc:sldChg chg="del">
        <pc:chgData name="Quang Nguyen" userId="5d670127fb4ed1d3" providerId="LiveId" clId="{84490C82-48EA-4FB1-A22F-A83A10849784}" dt="2024-08-05T08:31:00.321" v="376" actId="47"/>
        <pc:sldMkLst>
          <pc:docMk/>
          <pc:sldMk cId="1156468700" sldId="288"/>
        </pc:sldMkLst>
      </pc:sldChg>
      <pc:sldChg chg="addSp delSp modSp mod">
        <pc:chgData name="Quang Nguyen" userId="5d670127fb4ed1d3" providerId="LiveId" clId="{84490C82-48EA-4FB1-A22F-A83A10849784}" dt="2024-08-07T02:03:21.072" v="2707" actId="1076"/>
        <pc:sldMkLst>
          <pc:docMk/>
          <pc:sldMk cId="2256324767" sldId="289"/>
        </pc:sldMkLst>
        <pc:spChg chg="add del mod">
          <ac:chgData name="Quang Nguyen" userId="5d670127fb4ed1d3" providerId="LiveId" clId="{84490C82-48EA-4FB1-A22F-A83A10849784}" dt="2024-08-05T08:04:16.866" v="290" actId="478"/>
          <ac:spMkLst>
            <pc:docMk/>
            <pc:sldMk cId="2256324767" sldId="289"/>
            <ac:spMk id="3" creationId="{1AB42448-DA8D-8DBF-D3F3-9CC66E0E6FC6}"/>
          </ac:spMkLst>
        </pc:spChg>
        <pc:spChg chg="add del mod">
          <ac:chgData name="Quang Nguyen" userId="5d670127fb4ed1d3" providerId="LiveId" clId="{84490C82-48EA-4FB1-A22F-A83A10849784}" dt="2024-08-05T08:04:21.454" v="293" actId="478"/>
          <ac:spMkLst>
            <pc:docMk/>
            <pc:sldMk cId="2256324767" sldId="289"/>
            <ac:spMk id="5" creationId="{01104D37-0945-4458-35E5-FEA71E29A595}"/>
          </ac:spMkLst>
        </pc:spChg>
        <pc:spChg chg="mod">
          <ac:chgData name="Quang Nguyen" userId="5d670127fb4ed1d3" providerId="LiveId" clId="{84490C82-48EA-4FB1-A22F-A83A10849784}" dt="2024-08-05T08:06:02.908" v="320" actId="403"/>
          <ac:spMkLst>
            <pc:docMk/>
            <pc:sldMk cId="2256324767" sldId="289"/>
            <ac:spMk id="62" creationId="{00000000-0000-0000-0000-000000000000}"/>
          </ac:spMkLst>
        </pc:spChg>
        <pc:spChg chg="mod">
          <ac:chgData name="Quang Nguyen" userId="5d670127fb4ed1d3" providerId="LiveId" clId="{84490C82-48EA-4FB1-A22F-A83A10849784}" dt="2024-08-05T08:06:12.618" v="321" actId="403"/>
          <ac:spMkLst>
            <pc:docMk/>
            <pc:sldMk cId="2256324767" sldId="289"/>
            <ac:spMk id="63" creationId="{00000000-0000-0000-0000-000000000000}"/>
          </ac:spMkLst>
        </pc:spChg>
        <pc:spChg chg="mod">
          <ac:chgData name="Quang Nguyen" userId="5d670127fb4ed1d3" providerId="LiveId" clId="{84490C82-48EA-4FB1-A22F-A83A10849784}" dt="2024-08-05T08:08:50.001" v="344" actId="1076"/>
          <ac:spMkLst>
            <pc:docMk/>
            <pc:sldMk cId="2256324767" sldId="289"/>
            <ac:spMk id="64" creationId="{00000000-0000-0000-0000-000000000000}"/>
          </ac:spMkLst>
        </pc:spChg>
        <pc:spChg chg="del mod">
          <ac:chgData name="Quang Nguyen" userId="5d670127fb4ed1d3" providerId="LiveId" clId="{84490C82-48EA-4FB1-A22F-A83A10849784}" dt="2024-08-05T08:04:14.529" v="289" actId="478"/>
          <ac:spMkLst>
            <pc:docMk/>
            <pc:sldMk cId="2256324767" sldId="289"/>
            <ac:spMk id="65" creationId="{00000000-0000-0000-0000-000000000000}"/>
          </ac:spMkLst>
        </pc:spChg>
        <pc:spChg chg="mod">
          <ac:chgData name="Quang Nguyen" userId="5d670127fb4ed1d3" providerId="LiveId" clId="{84490C82-48EA-4FB1-A22F-A83A10849784}" dt="2024-08-07T02:03:21.072" v="2707" actId="1076"/>
          <ac:spMkLst>
            <pc:docMk/>
            <pc:sldMk cId="2256324767" sldId="289"/>
            <ac:spMk id="66" creationId="{00000000-0000-0000-0000-000000000000}"/>
          </ac:spMkLst>
        </pc:spChg>
        <pc:spChg chg="mod">
          <ac:chgData name="Quang Nguyen" userId="5d670127fb4ed1d3" providerId="LiveId" clId="{84490C82-48EA-4FB1-A22F-A83A10849784}" dt="2024-08-05T08:05:43.135" v="316" actId="403"/>
          <ac:spMkLst>
            <pc:docMk/>
            <pc:sldMk cId="2256324767" sldId="289"/>
            <ac:spMk id="67" creationId="{00000000-0000-0000-0000-000000000000}"/>
          </ac:spMkLst>
        </pc:spChg>
        <pc:spChg chg="mod">
          <ac:chgData name="Quang Nguyen" userId="5d670127fb4ed1d3" providerId="LiveId" clId="{84490C82-48EA-4FB1-A22F-A83A10849784}" dt="2024-08-05T08:08:38.416" v="343" actId="1076"/>
          <ac:spMkLst>
            <pc:docMk/>
            <pc:sldMk cId="2256324767" sldId="289"/>
            <ac:spMk id="68" creationId="{00000000-0000-0000-0000-000000000000}"/>
          </ac:spMkLst>
        </pc:spChg>
        <pc:spChg chg="del mod">
          <ac:chgData name="Quang Nguyen" userId="5d670127fb4ed1d3" providerId="LiveId" clId="{84490C82-48EA-4FB1-A22F-A83A10849784}" dt="2024-08-05T08:04:18.486" v="291" actId="478"/>
          <ac:spMkLst>
            <pc:docMk/>
            <pc:sldMk cId="2256324767" sldId="289"/>
            <ac:spMk id="69" creationId="{00000000-0000-0000-0000-000000000000}"/>
          </ac:spMkLst>
        </pc:spChg>
        <pc:spChg chg="mod">
          <ac:chgData name="Quang Nguyen" userId="5d670127fb4ed1d3" providerId="LiveId" clId="{84490C82-48EA-4FB1-A22F-A83A10849784}" dt="2024-08-05T08:08:38.416" v="343" actId="1076"/>
          <ac:spMkLst>
            <pc:docMk/>
            <pc:sldMk cId="2256324767" sldId="289"/>
            <ac:spMk id="70" creationId="{00000000-0000-0000-0000-000000000000}"/>
          </ac:spMkLst>
        </pc:spChg>
        <pc:spChg chg="del">
          <ac:chgData name="Quang Nguyen" userId="5d670127fb4ed1d3" providerId="LiveId" clId="{84490C82-48EA-4FB1-A22F-A83A10849784}" dt="2024-08-05T08:04:20.086" v="292" actId="478"/>
          <ac:spMkLst>
            <pc:docMk/>
            <pc:sldMk cId="2256324767" sldId="289"/>
            <ac:spMk id="71" creationId="{00000000-0000-0000-0000-000000000000}"/>
          </ac:spMkLst>
        </pc:spChg>
      </pc:sldChg>
      <pc:sldChg chg="addSp delSp modSp add mod">
        <pc:chgData name="Quang Nguyen" userId="5d670127fb4ed1d3" providerId="LiveId" clId="{84490C82-48EA-4FB1-A22F-A83A10849784}" dt="2024-08-07T02:05:26.177" v="2716" actId="12"/>
        <pc:sldMkLst>
          <pc:docMk/>
          <pc:sldMk cId="1555805068" sldId="290"/>
        </pc:sldMkLst>
        <pc:spChg chg="add mod">
          <ac:chgData name="Quang Nguyen" userId="5d670127fb4ed1d3" providerId="LiveId" clId="{84490C82-48EA-4FB1-A22F-A83A10849784}" dt="2024-08-06T08:13:09.088" v="2676" actId="20577"/>
          <ac:spMkLst>
            <pc:docMk/>
            <pc:sldMk cId="1555805068" sldId="290"/>
            <ac:spMk id="2" creationId="{A372D33C-8ECA-D29B-3E2E-2FD501DB954E}"/>
          </ac:spMkLst>
        </pc:spChg>
        <pc:spChg chg="del">
          <ac:chgData name="Quang Nguyen" userId="5d670127fb4ed1d3" providerId="LiveId" clId="{84490C82-48EA-4FB1-A22F-A83A10849784}" dt="2024-08-05T10:13:55.801" v="874" actId="478"/>
          <ac:spMkLst>
            <pc:docMk/>
            <pc:sldMk cId="1555805068" sldId="290"/>
            <ac:spMk id="4" creationId="{84FCFB62-CD76-8A5D-9FE3-BF1652D23CA3}"/>
          </ac:spMkLst>
        </pc:spChg>
        <pc:spChg chg="mod">
          <ac:chgData name="Quang Nguyen" userId="5d670127fb4ed1d3" providerId="LiveId" clId="{84490C82-48EA-4FB1-A22F-A83A10849784}" dt="2024-08-07T02:05:26.177" v="2716" actId="12"/>
          <ac:spMkLst>
            <pc:docMk/>
            <pc:sldMk cId="1555805068" sldId="290"/>
            <ac:spMk id="249" creationId="{00000000-0000-0000-0000-000000000000}"/>
          </ac:spMkLst>
        </pc:spChg>
        <pc:picChg chg="del">
          <ac:chgData name="Quang Nguyen" userId="5d670127fb4ed1d3" providerId="LiveId" clId="{84490C82-48EA-4FB1-A22F-A83A10849784}" dt="2024-08-05T10:13:53.327" v="873" actId="478"/>
          <ac:picMkLst>
            <pc:docMk/>
            <pc:sldMk cId="1555805068" sldId="290"/>
            <ac:picMk id="3" creationId="{82339799-2287-2024-D2FA-21EF7F481A0F}"/>
          </ac:picMkLst>
        </pc:picChg>
        <pc:picChg chg="add mod">
          <ac:chgData name="Quang Nguyen" userId="5d670127fb4ed1d3" providerId="LiveId" clId="{84490C82-48EA-4FB1-A22F-A83A10849784}" dt="2024-08-05T10:14:03.719" v="877" actId="1076"/>
          <ac:picMkLst>
            <pc:docMk/>
            <pc:sldMk cId="1555805068" sldId="290"/>
            <ac:picMk id="1026" creationId="{14D175D5-AF72-FE10-E873-5EDAAA1AF3C7}"/>
          </ac:picMkLst>
        </pc:picChg>
      </pc:sldChg>
      <pc:sldChg chg="addSp delSp modSp add mod">
        <pc:chgData name="Quang Nguyen" userId="5d670127fb4ed1d3" providerId="LiveId" clId="{84490C82-48EA-4FB1-A22F-A83A10849784}" dt="2024-08-07T02:05:35.819" v="2720" actId="12"/>
        <pc:sldMkLst>
          <pc:docMk/>
          <pc:sldMk cId="2794399200" sldId="291"/>
        </pc:sldMkLst>
        <pc:spChg chg="mod">
          <ac:chgData name="Quang Nguyen" userId="5d670127fb4ed1d3" providerId="LiveId" clId="{84490C82-48EA-4FB1-A22F-A83A10849784}" dt="2024-08-06T08:13:11.683" v="2678" actId="20577"/>
          <ac:spMkLst>
            <pc:docMk/>
            <pc:sldMk cId="2794399200" sldId="291"/>
            <ac:spMk id="2" creationId="{A372D33C-8ECA-D29B-3E2E-2FD501DB954E}"/>
          </ac:spMkLst>
        </pc:spChg>
        <pc:spChg chg="mod">
          <ac:chgData name="Quang Nguyen" userId="5d670127fb4ed1d3" providerId="LiveId" clId="{84490C82-48EA-4FB1-A22F-A83A10849784}" dt="2024-08-07T02:05:35.819" v="2720" actId="12"/>
          <ac:spMkLst>
            <pc:docMk/>
            <pc:sldMk cId="2794399200" sldId="291"/>
            <ac:spMk id="249" creationId="{00000000-0000-0000-0000-000000000000}"/>
          </ac:spMkLst>
        </pc:spChg>
        <pc:picChg chg="del">
          <ac:chgData name="Quang Nguyen" userId="5d670127fb4ed1d3" providerId="LiveId" clId="{84490C82-48EA-4FB1-A22F-A83A10849784}" dt="2024-08-05T10:25:21.073" v="1046" actId="478"/>
          <ac:picMkLst>
            <pc:docMk/>
            <pc:sldMk cId="2794399200" sldId="291"/>
            <ac:picMk id="1026" creationId="{14D175D5-AF72-FE10-E873-5EDAAA1AF3C7}"/>
          </ac:picMkLst>
        </pc:picChg>
        <pc:picChg chg="add mod">
          <ac:chgData name="Quang Nguyen" userId="5d670127fb4ed1d3" providerId="LiveId" clId="{84490C82-48EA-4FB1-A22F-A83A10849784}" dt="2024-08-05T10:25:39.116" v="1053" actId="1076"/>
          <ac:picMkLst>
            <pc:docMk/>
            <pc:sldMk cId="2794399200" sldId="291"/>
            <ac:picMk id="2050" creationId="{B111F51B-6BE5-A526-E33B-D9433A84CB6B}"/>
          </ac:picMkLst>
        </pc:picChg>
      </pc:sldChg>
      <pc:sldChg chg="addSp delSp modSp add mod">
        <pc:chgData name="Quang Nguyen" userId="5d670127fb4ed1d3" providerId="LiveId" clId="{84490C82-48EA-4FB1-A22F-A83A10849784}" dt="2024-08-06T08:01:16.813" v="2598" actId="1076"/>
        <pc:sldMkLst>
          <pc:docMk/>
          <pc:sldMk cId="3765194038" sldId="292"/>
        </pc:sldMkLst>
        <pc:spChg chg="del">
          <ac:chgData name="Quang Nguyen" userId="5d670127fb4ed1d3" providerId="LiveId" clId="{84490C82-48EA-4FB1-A22F-A83A10849784}" dt="2024-08-05T10:27:01.544" v="1094" actId="478"/>
          <ac:spMkLst>
            <pc:docMk/>
            <pc:sldMk cId="3765194038" sldId="292"/>
            <ac:spMk id="2" creationId="{A372D33C-8ECA-D29B-3E2E-2FD501DB954E}"/>
          </ac:spMkLst>
        </pc:spChg>
        <pc:spChg chg="add del mod">
          <ac:chgData name="Quang Nguyen" userId="5d670127fb4ed1d3" providerId="LiveId" clId="{84490C82-48EA-4FB1-A22F-A83A10849784}" dt="2024-08-05T10:28:57.852" v="1111" actId="478"/>
          <ac:spMkLst>
            <pc:docMk/>
            <pc:sldMk cId="3765194038" sldId="292"/>
            <ac:spMk id="4" creationId="{ECEF655F-EA09-E9F7-F400-07D88E0D78FA}"/>
          </ac:spMkLst>
        </pc:spChg>
        <pc:spChg chg="add del mod">
          <ac:chgData name="Quang Nguyen" userId="5d670127fb4ed1d3" providerId="LiveId" clId="{84490C82-48EA-4FB1-A22F-A83A10849784}" dt="2024-08-05T10:29:00.865" v="1112" actId="478"/>
          <ac:spMkLst>
            <pc:docMk/>
            <pc:sldMk cId="3765194038" sldId="292"/>
            <ac:spMk id="6" creationId="{D775A348-1CA8-8145-BDEC-9DB117D4C048}"/>
          </ac:spMkLst>
        </pc:spChg>
        <pc:spChg chg="add mod">
          <ac:chgData name="Quang Nguyen" userId="5d670127fb4ed1d3" providerId="LiveId" clId="{84490C82-48EA-4FB1-A22F-A83A10849784}" dt="2024-08-05T10:42:38.349" v="1503" actId="1076"/>
          <ac:spMkLst>
            <pc:docMk/>
            <pc:sldMk cId="3765194038" sldId="292"/>
            <ac:spMk id="7" creationId="{F3009735-8B7B-0173-0E4A-D6089AA18472}"/>
          </ac:spMkLst>
        </pc:spChg>
        <pc:spChg chg="add mod">
          <ac:chgData name="Quang Nguyen" userId="5d670127fb4ed1d3" providerId="LiveId" clId="{84490C82-48EA-4FB1-A22F-A83A10849784}" dt="2024-08-05T10:42:38.349" v="1503" actId="1076"/>
          <ac:spMkLst>
            <pc:docMk/>
            <pc:sldMk cId="3765194038" sldId="292"/>
            <ac:spMk id="8" creationId="{38FAC3DA-22F2-1694-3B20-0074F2DC991E}"/>
          </ac:spMkLst>
        </pc:spChg>
        <pc:spChg chg="add del mod">
          <ac:chgData name="Quang Nguyen" userId="5d670127fb4ed1d3" providerId="LiveId" clId="{84490C82-48EA-4FB1-A22F-A83A10849784}" dt="2024-08-05T10:41:29.474" v="1474" actId="478"/>
          <ac:spMkLst>
            <pc:docMk/>
            <pc:sldMk cId="3765194038" sldId="292"/>
            <ac:spMk id="9" creationId="{65387665-6C08-E895-F768-3044A5B657D6}"/>
          </ac:spMkLst>
        </pc:spChg>
        <pc:spChg chg="add mod">
          <ac:chgData name="Quang Nguyen" userId="5d670127fb4ed1d3" providerId="LiveId" clId="{84490C82-48EA-4FB1-A22F-A83A10849784}" dt="2024-08-06T04:24:36.201" v="2547" actId="20577"/>
          <ac:spMkLst>
            <pc:docMk/>
            <pc:sldMk cId="3765194038" sldId="292"/>
            <ac:spMk id="10" creationId="{4C9C6394-2551-6ED7-8A71-9A6E2DD79716}"/>
          </ac:spMkLst>
        </pc:spChg>
        <pc:spChg chg="add mod">
          <ac:chgData name="Quang Nguyen" userId="5d670127fb4ed1d3" providerId="LiveId" clId="{84490C82-48EA-4FB1-A22F-A83A10849784}" dt="2024-08-06T04:24:44.268" v="2549" actId="20577"/>
          <ac:spMkLst>
            <pc:docMk/>
            <pc:sldMk cId="3765194038" sldId="292"/>
            <ac:spMk id="11" creationId="{C0D1B84F-406A-311B-F9B4-1B47A644CD9C}"/>
          </ac:spMkLst>
        </pc:spChg>
        <pc:spChg chg="add mod">
          <ac:chgData name="Quang Nguyen" userId="5d670127fb4ed1d3" providerId="LiveId" clId="{84490C82-48EA-4FB1-A22F-A83A10849784}" dt="2024-08-05T10:42:38.349" v="1503" actId="1076"/>
          <ac:spMkLst>
            <pc:docMk/>
            <pc:sldMk cId="3765194038" sldId="292"/>
            <ac:spMk id="12" creationId="{1483AA30-274A-C4CA-7035-C07B3F31CC3A}"/>
          </ac:spMkLst>
        </pc:spChg>
        <pc:spChg chg="add del mod">
          <ac:chgData name="Quang Nguyen" userId="5d670127fb4ed1d3" providerId="LiveId" clId="{84490C82-48EA-4FB1-A22F-A83A10849784}" dt="2024-08-05T10:35:25.543" v="1256" actId="478"/>
          <ac:spMkLst>
            <pc:docMk/>
            <pc:sldMk cId="3765194038" sldId="292"/>
            <ac:spMk id="13" creationId="{8A10DB6E-23F3-4133-421D-EF417B93A62F}"/>
          </ac:spMkLst>
        </pc:spChg>
        <pc:spChg chg="add mod">
          <ac:chgData name="Quang Nguyen" userId="5d670127fb4ed1d3" providerId="LiveId" clId="{84490C82-48EA-4FB1-A22F-A83A10849784}" dt="2024-08-06T04:18:56.473" v="2015" actId="1076"/>
          <ac:spMkLst>
            <pc:docMk/>
            <pc:sldMk cId="3765194038" sldId="292"/>
            <ac:spMk id="14" creationId="{7F49A180-D4E9-C046-4E91-269720BDCD3F}"/>
          </ac:spMkLst>
        </pc:spChg>
        <pc:spChg chg="add del mod">
          <ac:chgData name="Quang Nguyen" userId="5d670127fb4ed1d3" providerId="LiveId" clId="{84490C82-48EA-4FB1-A22F-A83A10849784}" dt="2024-08-05T10:43:16.255" v="1515" actId="478"/>
          <ac:spMkLst>
            <pc:docMk/>
            <pc:sldMk cId="3765194038" sldId="292"/>
            <ac:spMk id="15" creationId="{BD58A7F5-4CF9-5CE2-142B-382AA84FD49C}"/>
          </ac:spMkLst>
        </pc:spChg>
        <pc:spChg chg="add mod">
          <ac:chgData name="Quang Nguyen" userId="5d670127fb4ed1d3" providerId="LiveId" clId="{84490C82-48EA-4FB1-A22F-A83A10849784}" dt="2024-08-06T04:19:22.643" v="2019" actId="1076"/>
          <ac:spMkLst>
            <pc:docMk/>
            <pc:sldMk cId="3765194038" sldId="292"/>
            <ac:spMk id="16" creationId="{6AC9F88B-1EB8-F7DE-2805-85BA24B4F0F0}"/>
          </ac:spMkLst>
        </pc:spChg>
        <pc:spChg chg="add mod">
          <ac:chgData name="Quang Nguyen" userId="5d670127fb4ed1d3" providerId="LiveId" clId="{84490C82-48EA-4FB1-A22F-A83A10849784}" dt="2024-08-06T04:24:29.899" v="2544" actId="20577"/>
          <ac:spMkLst>
            <pc:docMk/>
            <pc:sldMk cId="3765194038" sldId="292"/>
            <ac:spMk id="17" creationId="{DC771A9A-5BD2-4713-73AF-623434D52704}"/>
          </ac:spMkLst>
        </pc:spChg>
        <pc:spChg chg="add mod">
          <ac:chgData name="Quang Nguyen" userId="5d670127fb4ed1d3" providerId="LiveId" clId="{84490C82-48EA-4FB1-A22F-A83A10849784}" dt="2024-08-06T08:01:11.909" v="2597" actId="1076"/>
          <ac:spMkLst>
            <pc:docMk/>
            <pc:sldMk cId="3765194038" sldId="292"/>
            <ac:spMk id="18" creationId="{91B3A161-784B-85B0-52E1-5CF9942CB5BB}"/>
          </ac:spMkLst>
        </pc:spChg>
        <pc:spChg chg="add mod">
          <ac:chgData name="Quang Nguyen" userId="5d670127fb4ed1d3" providerId="LiveId" clId="{84490C82-48EA-4FB1-A22F-A83A10849784}" dt="2024-08-06T08:01:16.813" v="2598" actId="1076"/>
          <ac:spMkLst>
            <pc:docMk/>
            <pc:sldMk cId="3765194038" sldId="292"/>
            <ac:spMk id="19" creationId="{585F5636-F4F0-6F52-7333-DFB9E14EF33A}"/>
          </ac:spMkLst>
        </pc:spChg>
        <pc:spChg chg="mod">
          <ac:chgData name="Quang Nguyen" userId="5d670127fb4ed1d3" providerId="LiveId" clId="{84490C82-48EA-4FB1-A22F-A83A10849784}" dt="2024-08-05T10:26:57.238" v="1092" actId="20577"/>
          <ac:spMkLst>
            <pc:docMk/>
            <pc:sldMk cId="3765194038" sldId="292"/>
            <ac:spMk id="247" creationId="{00000000-0000-0000-0000-000000000000}"/>
          </ac:spMkLst>
        </pc:spChg>
        <pc:spChg chg="del">
          <ac:chgData name="Quang Nguyen" userId="5d670127fb4ed1d3" providerId="LiveId" clId="{84490C82-48EA-4FB1-A22F-A83A10849784}" dt="2024-08-05T10:27:03.954" v="1095" actId="478"/>
          <ac:spMkLst>
            <pc:docMk/>
            <pc:sldMk cId="3765194038" sldId="292"/>
            <ac:spMk id="249" creationId="{00000000-0000-0000-0000-000000000000}"/>
          </ac:spMkLst>
        </pc:spChg>
        <pc:picChg chg="del">
          <ac:chgData name="Quang Nguyen" userId="5d670127fb4ed1d3" providerId="LiveId" clId="{84490C82-48EA-4FB1-A22F-A83A10849784}" dt="2024-08-05T10:26:59.647" v="1093" actId="478"/>
          <ac:picMkLst>
            <pc:docMk/>
            <pc:sldMk cId="3765194038" sldId="292"/>
            <ac:picMk id="2050" creationId="{B111F51B-6BE5-A526-E33B-D9433A84CB6B}"/>
          </ac:picMkLst>
        </pc:picChg>
      </pc:sldChg>
      <pc:sldChg chg="addSp delSp modSp new mod">
        <pc:chgData name="Quang Nguyen" userId="5d670127fb4ed1d3" providerId="LiveId" clId="{84490C82-48EA-4FB1-A22F-A83A10849784}" dt="2024-08-06T08:12:59.558" v="2674" actId="1076"/>
        <pc:sldMkLst>
          <pc:docMk/>
          <pc:sldMk cId="3184555338" sldId="293"/>
        </pc:sldMkLst>
        <pc:spChg chg="del">
          <ac:chgData name="Quang Nguyen" userId="5d670127fb4ed1d3" providerId="LiveId" clId="{84490C82-48EA-4FB1-A22F-A83A10849784}" dt="2024-08-06T08:02:39.426" v="2607" actId="478"/>
          <ac:spMkLst>
            <pc:docMk/>
            <pc:sldMk cId="3184555338" sldId="293"/>
            <ac:spMk id="2" creationId="{D20FBCF2-9E69-8187-E0B6-5A1DE60C7A55}"/>
          </ac:spMkLst>
        </pc:spChg>
        <pc:spChg chg="del">
          <ac:chgData name="Quang Nguyen" userId="5d670127fb4ed1d3" providerId="LiveId" clId="{84490C82-48EA-4FB1-A22F-A83A10849784}" dt="2024-08-06T08:02:37.688" v="2606" actId="478"/>
          <ac:spMkLst>
            <pc:docMk/>
            <pc:sldMk cId="3184555338" sldId="293"/>
            <ac:spMk id="4" creationId="{EE1A8453-E586-4476-E4B8-52F549BDD5F5}"/>
          </ac:spMkLst>
        </pc:spChg>
        <pc:spChg chg="add mod">
          <ac:chgData name="Quang Nguyen" userId="5d670127fb4ed1d3" providerId="LiveId" clId="{84490C82-48EA-4FB1-A22F-A83A10849784}" dt="2024-08-06T08:12:59.558" v="2674" actId="1076"/>
          <ac:spMkLst>
            <pc:docMk/>
            <pc:sldMk cId="3184555338" sldId="293"/>
            <ac:spMk id="6" creationId="{84FCFB62-CD76-8A5D-9FE3-BF1652D23CA3}"/>
          </ac:spMkLst>
        </pc:spChg>
        <pc:picChg chg="add mod">
          <ac:chgData name="Quang Nguyen" userId="5d670127fb4ed1d3" providerId="LiveId" clId="{84490C82-48EA-4FB1-A22F-A83A10849784}" dt="2024-08-06T08:03:02.685" v="2615" actId="14100"/>
          <ac:picMkLst>
            <pc:docMk/>
            <pc:sldMk cId="3184555338" sldId="293"/>
            <ac:picMk id="5" creationId="{81E3D282-1A4D-A571-CD62-596ED10F46A8}"/>
          </ac:picMkLst>
        </pc:picChg>
      </pc:sldChg>
      <pc:sldChg chg="modSp add mod ord">
        <pc:chgData name="Quang Nguyen" userId="5d670127fb4ed1d3" providerId="LiveId" clId="{84490C82-48EA-4FB1-A22F-A83A10849784}" dt="2024-08-07T02:40:25.954" v="2858" actId="20577"/>
        <pc:sldMkLst>
          <pc:docMk/>
          <pc:sldMk cId="3014031608" sldId="294"/>
        </pc:sldMkLst>
        <pc:spChg chg="mod">
          <ac:chgData name="Quang Nguyen" userId="5d670127fb4ed1d3" providerId="LiveId" clId="{84490C82-48EA-4FB1-A22F-A83A10849784}" dt="2024-08-07T02:40:25.954" v="2858" actId="20577"/>
          <ac:spMkLst>
            <pc:docMk/>
            <pc:sldMk cId="3014031608" sldId="294"/>
            <ac:spMk id="148" creationId="{00000000-0000-0000-0000-0000000000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VocalSound</c:v>
                </c:pt>
              </c:strCache>
            </c:strRef>
          </c:tx>
          <c:spPr>
            <a:solidFill>
              <a:srgbClr val="EE0033"/>
            </a:solidFill>
          </c:spPr>
          <c:invertIfNegative val="1"/>
          <c:dLbls>
            <c:numFmt formatCode="#,##0" sourceLinked="0"/>
            <c:spPr>
              <a:noFill/>
              <a:ln>
                <a:noFill/>
              </a:ln>
              <a:effectLst/>
            </c:spPr>
            <c:txPr>
              <a:bodyPr/>
              <a:lstStyle/>
              <a:p>
                <a:pPr>
                  <a:defRPr sz="1000">
                    <a:solidFill>
                      <a:srgbClr val="595959"/>
                    </a:solidFill>
                    <a:latin typeface="FS PF BeauSans Pr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breathing</c:v>
                </c:pt>
                <c:pt idx="1">
                  <c:v>crying</c:v>
                </c:pt>
                <c:pt idx="2">
                  <c:v>laughter</c:v>
                </c:pt>
                <c:pt idx="3">
                  <c:v>sniff</c:v>
                </c:pt>
                <c:pt idx="4">
                  <c:v>sigh</c:v>
                </c:pt>
                <c:pt idx="5">
                  <c:v>cough</c:v>
                </c:pt>
                <c:pt idx="6">
                  <c:v>throatclearing</c:v>
                </c:pt>
                <c:pt idx="7">
                  <c:v>sneeze</c:v>
                </c:pt>
                <c:pt idx="8">
                  <c:v>screaming</c:v>
                </c:pt>
                <c:pt idx="9">
                  <c:v>gasp</c:v>
                </c:pt>
                <c:pt idx="10">
                  <c:v>burp</c:v>
                </c:pt>
                <c:pt idx="11">
                  <c:v>yawn</c:v>
                </c:pt>
                <c:pt idx="12">
                  <c:v>snoring</c:v>
                </c:pt>
                <c:pt idx="13">
                  <c:v>grunt</c:v>
                </c:pt>
                <c:pt idx="14">
                  <c:v>yell</c:v>
                </c:pt>
                <c:pt idx="15">
                  <c:v>moan</c:v>
                </c:pt>
                <c:pt idx="16">
                  <c:v>pant</c:v>
                </c:pt>
              </c:strCache>
            </c:strRef>
          </c:cat>
          <c:val>
            <c:numRef>
              <c:f>Sheet1!$B$2:$B$18</c:f>
              <c:numCache>
                <c:formatCode>General</c:formatCode>
                <c:ptCount val="17"/>
                <c:pt idx="2">
                  <c:v>909</c:v>
                </c:pt>
                <c:pt idx="3">
                  <c:v>909</c:v>
                </c:pt>
                <c:pt idx="4">
                  <c:v>907</c:v>
                </c:pt>
                <c:pt idx="5">
                  <c:v>907</c:v>
                </c:pt>
                <c:pt idx="6">
                  <c:v>907</c:v>
                </c:pt>
                <c:pt idx="7">
                  <c:v>907</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E5E4-9849-ACB5-4910AB6F3F6A}"/>
            </c:ext>
          </c:extLst>
        </c:ser>
        <c:ser>
          <c:idx val="1"/>
          <c:order val="1"/>
          <c:tx>
            <c:strRef>
              <c:f>Sheet1!$C$1</c:f>
              <c:strCache>
                <c:ptCount val="1"/>
                <c:pt idx="0">
                  <c:v>Other corpora</c:v>
                </c:pt>
              </c:strCache>
            </c:strRef>
          </c:tx>
          <c:spPr>
            <a:solidFill>
              <a:srgbClr val="5B6075"/>
            </a:solidFill>
          </c:spPr>
          <c:invertIfNegative val="1"/>
          <c:dLbls>
            <c:numFmt formatCode="#,##0" sourceLinked="0"/>
            <c:spPr>
              <a:noFill/>
              <a:ln>
                <a:noFill/>
              </a:ln>
              <a:effectLst/>
            </c:spPr>
            <c:txPr>
              <a:bodyPr/>
              <a:lstStyle/>
              <a:p>
                <a:pPr>
                  <a:defRPr sz="1000">
                    <a:solidFill>
                      <a:srgbClr val="595959"/>
                    </a:solidFill>
                    <a:latin typeface="FS PF BeauSans Pr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breathing</c:v>
                </c:pt>
                <c:pt idx="1">
                  <c:v>crying</c:v>
                </c:pt>
                <c:pt idx="2">
                  <c:v>laughter</c:v>
                </c:pt>
                <c:pt idx="3">
                  <c:v>sniff</c:v>
                </c:pt>
                <c:pt idx="4">
                  <c:v>sigh</c:v>
                </c:pt>
                <c:pt idx="5">
                  <c:v>cough</c:v>
                </c:pt>
                <c:pt idx="6">
                  <c:v>throatclearing</c:v>
                </c:pt>
                <c:pt idx="7">
                  <c:v>sneeze</c:v>
                </c:pt>
                <c:pt idx="8">
                  <c:v>screaming</c:v>
                </c:pt>
                <c:pt idx="9">
                  <c:v>gasp</c:v>
                </c:pt>
                <c:pt idx="10">
                  <c:v>burp</c:v>
                </c:pt>
                <c:pt idx="11">
                  <c:v>yawn</c:v>
                </c:pt>
                <c:pt idx="12">
                  <c:v>snoring</c:v>
                </c:pt>
                <c:pt idx="13">
                  <c:v>grunt</c:v>
                </c:pt>
                <c:pt idx="14">
                  <c:v>yell</c:v>
                </c:pt>
                <c:pt idx="15">
                  <c:v>moan</c:v>
                </c:pt>
                <c:pt idx="16">
                  <c:v>pant</c:v>
                </c:pt>
              </c:strCache>
            </c:strRef>
          </c:cat>
          <c:val>
            <c:numRef>
              <c:f>Sheet1!$C$2:$C$18</c:f>
              <c:numCache>
                <c:formatCode>General</c:formatCode>
                <c:ptCount val="17"/>
                <c:pt idx="0">
                  <c:v>3196</c:v>
                </c:pt>
                <c:pt idx="1">
                  <c:v>2288</c:v>
                </c:pt>
                <c:pt idx="8">
                  <c:v>896</c:v>
                </c:pt>
                <c:pt idx="9">
                  <c:v>364</c:v>
                </c:pt>
                <c:pt idx="10">
                  <c:v>316</c:v>
                </c:pt>
                <c:pt idx="11">
                  <c:v>309</c:v>
                </c:pt>
                <c:pt idx="12">
                  <c:v>210</c:v>
                </c:pt>
                <c:pt idx="13">
                  <c:v>69</c:v>
                </c:pt>
                <c:pt idx="14">
                  <c:v>37</c:v>
                </c:pt>
                <c:pt idx="15">
                  <c:v>23</c:v>
                </c:pt>
                <c:pt idx="16">
                  <c:v>11</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E5E4-9849-ACB5-4910AB6F3F6A}"/>
            </c:ext>
          </c:extLst>
        </c:ser>
        <c:dLbls>
          <c:dLblPos val="outEnd"/>
          <c:showLegendKey val="0"/>
          <c:showVal val="1"/>
          <c:showCatName val="0"/>
          <c:showSerName val="0"/>
          <c:showPercent val="0"/>
          <c:showBubbleSize val="0"/>
        </c:dLbls>
        <c:gapWidth val="45"/>
        <c:overlap val="100"/>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BFBFBF"/>
            </a:solidFill>
          </a:ln>
        </c:spPr>
        <c:txPr>
          <a:bodyPr/>
          <a:lstStyle/>
          <a:p>
            <a:pPr>
              <a:defRPr sz="1000"/>
            </a:pPr>
            <a:endParaRPr lang="en-US"/>
          </a:p>
        </c:txPr>
        <c:crossAx val="-2113994440"/>
        <c:crosses val="autoZero"/>
        <c:auto val="1"/>
        <c:lblAlgn val="ctr"/>
        <c:lblOffset val="100"/>
        <c:tickLblSkip val="1"/>
        <c:tickMarkSkip val="1"/>
        <c:noMultiLvlLbl val="0"/>
      </c:catAx>
      <c:valAx>
        <c:axId val="-2113994440"/>
        <c:scaling>
          <c:orientation val="minMax"/>
          <c:max val="3700"/>
          <c:min val="0"/>
        </c:scaling>
        <c:delete val="1"/>
        <c:axPos val="t"/>
        <c:numFmt formatCode="General" sourceLinked="1"/>
        <c:majorTickMark val="out"/>
        <c:minorTickMark val="none"/>
        <c:tickLblPos val="nextTo"/>
        <c:crossAx val="-2068027336"/>
        <c:crosses val="autoZero"/>
        <c:crossBetween val="between"/>
      </c:valAx>
    </c:plotArea>
    <c:legend>
      <c:legendPos val="t"/>
      <c:overlay val="0"/>
      <c:txPr>
        <a:bodyPr/>
        <a:lstStyle/>
        <a:p>
          <a:pPr>
            <a:defRPr sz="1100">
              <a:latin typeface="FS PF BeauSans Pro"/>
            </a:defRPr>
          </a:pPr>
          <a:endParaRPr lang="en-US"/>
        </a:p>
      </c:txPr>
    </c:legend>
    <c:plotVisOnly val="1"/>
    <c:dispBlanksAs val="gap"/>
    <c:showDLblsOverMax val="1"/>
  </c:chart>
  <c:txPr>
    <a:bodyPr/>
    <a:lstStyle/>
    <a:p>
      <a:pPr>
        <a:defRPr sz="1100">
          <a:solidFill>
            <a:srgbClr val="262626"/>
          </a:solidFill>
          <a:latin typeface="FS PF BeauSans Pr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overlay val="0"/>
    </c:title>
    <c:autoTitleDeleted val="0"/>
    <c:plotArea>
      <c:layout/>
      <c:barChart>
        <c:barDir val="bar"/>
        <c:grouping val="clustered"/>
        <c:varyColors val="0"/>
        <c:ser>
          <c:idx val="0"/>
          <c:order val="0"/>
          <c:tx>
            <c:strRef>
              <c:f>Sheet1!$B$1</c:f>
              <c:strCache>
                <c:ptCount val="1"/>
                <c:pt idx="0">
                  <c:v>Hours</c:v>
                </c:pt>
              </c:strCache>
            </c:strRef>
          </c:tx>
          <c:spPr>
            <a:solidFill>
              <a:srgbClr val="EE0033"/>
            </a:solidFill>
          </c:spPr>
          <c:invertIfNegative val="1"/>
          <c:dLbls>
            <c:numFmt formatCode="0.0&quot; h&quot;" sourceLinked="0"/>
            <c:spPr>
              <a:noFill/>
              <a:ln>
                <a:noFill/>
              </a:ln>
              <a:effectLst/>
            </c:spPr>
            <c:txPr>
              <a:bodyPr/>
              <a:lstStyle/>
              <a:p>
                <a:pPr>
                  <a:defRPr sz="950">
                    <a:solidFill>
                      <a:srgbClr val="595959"/>
                    </a:solidFill>
                    <a:latin typeface="FS PF BeauSans Pro"/>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Sheet1!$A$2:$A$18</c:f>
              <c:strCache>
                <c:ptCount val="17"/>
                <c:pt idx="0">
                  <c:v>laughter</c:v>
                </c:pt>
                <c:pt idx="1">
                  <c:v>sigh</c:v>
                </c:pt>
                <c:pt idx="2">
                  <c:v>sniff</c:v>
                </c:pt>
                <c:pt idx="3">
                  <c:v>crying</c:v>
                </c:pt>
                <c:pt idx="4">
                  <c:v>yawn</c:v>
                </c:pt>
                <c:pt idx="5">
                  <c:v>pant</c:v>
                </c:pt>
                <c:pt idx="6">
                  <c:v>sneeze</c:v>
                </c:pt>
                <c:pt idx="7">
                  <c:v>screaming</c:v>
                </c:pt>
                <c:pt idx="8">
                  <c:v>cough</c:v>
                </c:pt>
                <c:pt idx="9">
                  <c:v>throatclearing</c:v>
                </c:pt>
                <c:pt idx="10">
                  <c:v>breathing</c:v>
                </c:pt>
                <c:pt idx="11">
                  <c:v>moan</c:v>
                </c:pt>
                <c:pt idx="12">
                  <c:v>yell</c:v>
                </c:pt>
                <c:pt idx="13">
                  <c:v>gasp</c:v>
                </c:pt>
                <c:pt idx="14">
                  <c:v>grunt</c:v>
                </c:pt>
                <c:pt idx="15">
                  <c:v>burp</c:v>
                </c:pt>
                <c:pt idx="16">
                  <c:v>snoring</c:v>
                </c:pt>
              </c:strCache>
            </c:strRef>
          </c:cat>
          <c:val>
            <c:numRef>
              <c:f>Sheet1!$B$2:$B$18</c:f>
              <c:numCache>
                <c:formatCode>General</c:formatCode>
                <c:ptCount val="17"/>
                <c:pt idx="0">
                  <c:v>55.2</c:v>
                </c:pt>
                <c:pt idx="1">
                  <c:v>52.46</c:v>
                </c:pt>
                <c:pt idx="2">
                  <c:v>51.7</c:v>
                </c:pt>
                <c:pt idx="3">
                  <c:v>51.01</c:v>
                </c:pt>
                <c:pt idx="4">
                  <c:v>50.59</c:v>
                </c:pt>
                <c:pt idx="5">
                  <c:v>49.94</c:v>
                </c:pt>
                <c:pt idx="6">
                  <c:v>49.55</c:v>
                </c:pt>
                <c:pt idx="7">
                  <c:v>49.42</c:v>
                </c:pt>
                <c:pt idx="8">
                  <c:v>49.2</c:v>
                </c:pt>
                <c:pt idx="9">
                  <c:v>48.69</c:v>
                </c:pt>
                <c:pt idx="10">
                  <c:v>47.69</c:v>
                </c:pt>
                <c:pt idx="11">
                  <c:v>47.33</c:v>
                </c:pt>
                <c:pt idx="12">
                  <c:v>45.33</c:v>
                </c:pt>
                <c:pt idx="13">
                  <c:v>45.1</c:v>
                </c:pt>
                <c:pt idx="14">
                  <c:v>44.11</c:v>
                </c:pt>
                <c:pt idx="15">
                  <c:v>41.82</c:v>
                </c:pt>
                <c:pt idx="16">
                  <c:v>31.69</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C695-2D42-A738-4BD0A0EA031B}"/>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BFBFBF"/>
            </a:solidFill>
          </a:ln>
        </c:spPr>
        <c:txPr>
          <a:bodyPr/>
          <a:lstStyle/>
          <a:p>
            <a:pPr>
              <a:defRPr sz="1000"/>
            </a:pPr>
            <a:endParaRPr lang="en-US"/>
          </a:p>
        </c:txPr>
        <c:crossAx val="-2113994440"/>
        <c:crosses val="autoZero"/>
        <c:auto val="1"/>
        <c:lblAlgn val="ctr"/>
        <c:lblOffset val="100"/>
        <c:tickLblSkip val="1"/>
        <c:tickMarkSkip val="1"/>
        <c:noMultiLvlLbl val="0"/>
      </c:catAx>
      <c:valAx>
        <c:axId val="-2113994440"/>
        <c:scaling>
          <c:orientation val="minMax"/>
          <c:max val="64"/>
          <c:min val="0"/>
        </c:scaling>
        <c:delete val="1"/>
        <c:axPos val="t"/>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100">
          <a:solidFill>
            <a:srgbClr val="262626"/>
          </a:solidFill>
          <a:latin typeface="FS PF BeauSans Pr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dirty="0"/>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lvl1pPr>
              <a:defRPr>
                <a:latin typeface="FS PF BeauSans Pro" panose="02000500000000020004" pitchFamily="50" charset="0"/>
              </a:defRPr>
            </a:lvl1pPr>
          </a:lstStyle>
          <a:p>
            <a:pPr algn="r"/>
            <a:fld id="{00000000-1234-1234-1234-123412341234}" type="slidenum">
              <a:rPr lang="en-US" sz="1200" smtClean="0">
                <a:solidFill>
                  <a:schemeClr val="dk1"/>
                </a:solidFill>
              </a:rPr>
              <a:pPr algn="r"/>
              <a:t>‹#›</a:t>
            </a:fld>
            <a:endParaRPr lang="en-US" sz="1200" dirty="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FS PF BeauSans Pro" panose="02000500000000020004" pitchFamily="50" charset="0"/>
        <a:ea typeface="FS PF BeauSans Pro" panose="02000500000000020004" pitchFamily="50" charset="0"/>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7"/>
        <p:cNvGrpSpPr/>
        <p:nvPr/>
      </p:nvGrpSpPr>
      <p:grpSpPr>
        <a:xfrm>
          <a:off x="0" y="0"/>
          <a:ext cx="0" cy="0"/>
          <a:chOff x="0" y="0"/>
          <a:chExt cx="0" cy="0"/>
        </a:xfrm>
      </p:grpSpPr>
      <p:sp>
        <p:nvSpPr>
          <p:cNvPr id="18" name="Google Shape;18;p33"/>
          <p:cNvSpPr txBox="1">
            <a:spLocks noGrp="1"/>
          </p:cNvSpPr>
          <p:nvPr>
            <p:ph type="ctrTitle"/>
          </p:nvPr>
        </p:nvSpPr>
        <p:spPr>
          <a:xfrm>
            <a:off x="1514641" y="1858265"/>
            <a:ext cx="9182400" cy="2376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6000"/>
              <a:buNone/>
              <a:defRPr sz="64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5200"/>
              <a:buNone/>
              <a:defRPr sz="6933"/>
            </a:lvl2pPr>
            <a:lvl3pPr lvl="2" algn="l">
              <a:lnSpc>
                <a:spcPct val="100000"/>
              </a:lnSpc>
              <a:spcBef>
                <a:spcPts val="0"/>
              </a:spcBef>
              <a:spcAft>
                <a:spcPts val="0"/>
              </a:spcAft>
              <a:buSzPts val="5200"/>
              <a:buNone/>
              <a:defRPr sz="6933"/>
            </a:lvl3pPr>
            <a:lvl4pPr lvl="3" algn="l">
              <a:lnSpc>
                <a:spcPct val="100000"/>
              </a:lnSpc>
              <a:spcBef>
                <a:spcPts val="0"/>
              </a:spcBef>
              <a:spcAft>
                <a:spcPts val="0"/>
              </a:spcAft>
              <a:buSzPts val="5200"/>
              <a:buNone/>
              <a:defRPr sz="6933"/>
            </a:lvl4pPr>
            <a:lvl5pPr lvl="4" algn="l">
              <a:lnSpc>
                <a:spcPct val="100000"/>
              </a:lnSpc>
              <a:spcBef>
                <a:spcPts val="0"/>
              </a:spcBef>
              <a:spcAft>
                <a:spcPts val="0"/>
              </a:spcAft>
              <a:buSzPts val="5200"/>
              <a:buNone/>
              <a:defRPr sz="6933"/>
            </a:lvl5pPr>
            <a:lvl6pPr lvl="5" algn="l">
              <a:lnSpc>
                <a:spcPct val="100000"/>
              </a:lnSpc>
              <a:spcBef>
                <a:spcPts val="0"/>
              </a:spcBef>
              <a:spcAft>
                <a:spcPts val="0"/>
              </a:spcAft>
              <a:buSzPts val="5200"/>
              <a:buNone/>
              <a:defRPr sz="6933"/>
            </a:lvl6pPr>
            <a:lvl7pPr lvl="6" algn="l">
              <a:lnSpc>
                <a:spcPct val="100000"/>
              </a:lnSpc>
              <a:spcBef>
                <a:spcPts val="0"/>
              </a:spcBef>
              <a:spcAft>
                <a:spcPts val="0"/>
              </a:spcAft>
              <a:buSzPts val="5200"/>
              <a:buNone/>
              <a:defRPr sz="6933"/>
            </a:lvl7pPr>
            <a:lvl8pPr lvl="7" algn="l">
              <a:lnSpc>
                <a:spcPct val="100000"/>
              </a:lnSpc>
              <a:spcBef>
                <a:spcPts val="0"/>
              </a:spcBef>
              <a:spcAft>
                <a:spcPts val="0"/>
              </a:spcAft>
              <a:buSzPts val="5200"/>
              <a:buNone/>
              <a:defRPr sz="6933"/>
            </a:lvl8pPr>
            <a:lvl9pPr lvl="8" algn="l">
              <a:lnSpc>
                <a:spcPct val="100000"/>
              </a:lnSpc>
              <a:spcBef>
                <a:spcPts val="0"/>
              </a:spcBef>
              <a:spcAft>
                <a:spcPts val="0"/>
              </a:spcAft>
              <a:buSzPts val="5200"/>
              <a:buNone/>
              <a:defRPr sz="6933"/>
            </a:lvl9pPr>
          </a:lstStyle>
          <a:p>
            <a:endParaRPr dirty="0"/>
          </a:p>
        </p:txBody>
      </p:sp>
      <p:sp>
        <p:nvSpPr>
          <p:cNvPr id="19" name="Google Shape;19;p33"/>
          <p:cNvSpPr txBox="1">
            <a:spLocks noGrp="1"/>
          </p:cNvSpPr>
          <p:nvPr>
            <p:ph type="subTitle" idx="1"/>
          </p:nvPr>
        </p:nvSpPr>
        <p:spPr>
          <a:xfrm>
            <a:off x="4894241" y="3911363"/>
            <a:ext cx="5802800" cy="9560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200"/>
              <a:buFont typeface="Roboto Condensed Light"/>
              <a:buNone/>
              <a:defRPr sz="1867">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2800"/>
              <a:buNone/>
              <a:defRPr sz="3733"/>
            </a:lvl2pPr>
            <a:lvl3pPr lvl="2" algn="r">
              <a:lnSpc>
                <a:spcPct val="100000"/>
              </a:lnSpc>
              <a:spcBef>
                <a:spcPts val="0"/>
              </a:spcBef>
              <a:spcAft>
                <a:spcPts val="0"/>
              </a:spcAft>
              <a:buSzPts val="2800"/>
              <a:buNone/>
              <a:defRPr sz="3733"/>
            </a:lvl3pPr>
            <a:lvl4pPr lvl="3" algn="r">
              <a:lnSpc>
                <a:spcPct val="100000"/>
              </a:lnSpc>
              <a:spcBef>
                <a:spcPts val="0"/>
              </a:spcBef>
              <a:spcAft>
                <a:spcPts val="0"/>
              </a:spcAft>
              <a:buSzPts val="2800"/>
              <a:buNone/>
              <a:defRPr sz="3733"/>
            </a:lvl4pPr>
            <a:lvl5pPr lvl="4" algn="r">
              <a:lnSpc>
                <a:spcPct val="100000"/>
              </a:lnSpc>
              <a:spcBef>
                <a:spcPts val="0"/>
              </a:spcBef>
              <a:spcAft>
                <a:spcPts val="0"/>
              </a:spcAft>
              <a:buSzPts val="2800"/>
              <a:buNone/>
              <a:defRPr sz="3733"/>
            </a:lvl5pPr>
            <a:lvl6pPr lvl="5" algn="r">
              <a:lnSpc>
                <a:spcPct val="100000"/>
              </a:lnSpc>
              <a:spcBef>
                <a:spcPts val="0"/>
              </a:spcBef>
              <a:spcAft>
                <a:spcPts val="0"/>
              </a:spcAft>
              <a:buSzPts val="2800"/>
              <a:buNone/>
              <a:defRPr sz="3733"/>
            </a:lvl6pPr>
            <a:lvl7pPr lvl="6" algn="r">
              <a:lnSpc>
                <a:spcPct val="100000"/>
              </a:lnSpc>
              <a:spcBef>
                <a:spcPts val="0"/>
              </a:spcBef>
              <a:spcAft>
                <a:spcPts val="0"/>
              </a:spcAft>
              <a:buSzPts val="2800"/>
              <a:buNone/>
              <a:defRPr sz="3733"/>
            </a:lvl7pPr>
            <a:lvl8pPr lvl="7" algn="r">
              <a:lnSpc>
                <a:spcPct val="100000"/>
              </a:lnSpc>
              <a:spcBef>
                <a:spcPts val="0"/>
              </a:spcBef>
              <a:spcAft>
                <a:spcPts val="0"/>
              </a:spcAft>
              <a:buSzPts val="2800"/>
              <a:buNone/>
              <a:defRPr sz="3733"/>
            </a:lvl8pPr>
            <a:lvl9pPr lvl="8" algn="r">
              <a:lnSpc>
                <a:spcPct val="100000"/>
              </a:lnSpc>
              <a:spcBef>
                <a:spcPts val="0"/>
              </a:spcBef>
              <a:spcAft>
                <a:spcPts val="0"/>
              </a:spcAft>
              <a:buSzPts val="2800"/>
              <a:buNone/>
              <a:defRPr sz="3733"/>
            </a:lvl9pPr>
          </a:lstStyle>
          <a:p>
            <a:endParaRPr dirty="0"/>
          </a:p>
        </p:txBody>
      </p:sp>
      <p:sp>
        <p:nvSpPr>
          <p:cNvPr id="20" name="Google Shape;20;p33"/>
          <p:cNvSpPr txBox="1">
            <a:spLocks noGrp="1"/>
          </p:cNvSpPr>
          <p:nvPr>
            <p:ph type="dt" idx="10"/>
          </p:nvPr>
        </p:nvSpPr>
        <p:spPr>
          <a:xfrm>
            <a:off x="838200" y="6356351"/>
            <a:ext cx="2743200" cy="366183"/>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lang="vi-VN" dirty="0"/>
          </a:p>
        </p:txBody>
      </p:sp>
      <p:sp>
        <p:nvSpPr>
          <p:cNvPr id="21" name="Google Shape;21;p33"/>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lvl="0" indent="0" algn="ctr">
              <a:spcBef>
                <a:spcPts val="0"/>
              </a:spcBef>
              <a:buNone/>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pPr marL="0" lvl="0" indent="0" algn="ct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Shape 22"/>
        <p:cNvGrpSpPr/>
        <p:nvPr/>
      </p:nvGrpSpPr>
      <p:grpSpPr>
        <a:xfrm>
          <a:off x="0" y="0"/>
          <a:ext cx="0" cy="0"/>
          <a:chOff x="0" y="0"/>
          <a:chExt cx="0" cy="0"/>
        </a:xfrm>
      </p:grpSpPr>
      <p:sp>
        <p:nvSpPr>
          <p:cNvPr id="23" name="Google Shape;23;p34"/>
          <p:cNvSpPr txBox="1">
            <a:spLocks noGrp="1"/>
          </p:cNvSpPr>
          <p:nvPr>
            <p:ph type="ctrTitle"/>
          </p:nvPr>
        </p:nvSpPr>
        <p:spPr>
          <a:xfrm>
            <a:off x="4514500" y="2798200"/>
            <a:ext cx="3163200" cy="1261600"/>
          </a:xfrm>
          <a:prstGeom prst="rect">
            <a:avLst/>
          </a:prstGeom>
          <a:noFill/>
          <a:ln>
            <a:noFill/>
          </a:ln>
        </p:spPr>
        <p:txBody>
          <a:bodyPr spcFirstLastPara="1" wrap="square" lIns="91425" tIns="91425" rIns="91425" bIns="91425" anchor="ctr" anchorCtr="0">
            <a:noAutofit/>
          </a:bodyPr>
          <a:lstStyle>
            <a:lvl1pPr lvl="0" algn="ctr">
              <a:lnSpc>
                <a:spcPct val="100000"/>
              </a:lnSpc>
              <a:spcBef>
                <a:spcPts val="0"/>
              </a:spcBef>
              <a:spcAft>
                <a:spcPts val="0"/>
              </a:spcAft>
              <a:buSzPts val="3600"/>
              <a:buNone/>
              <a:defRPr sz="40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800"/>
              <a:buNone/>
              <a:defRPr sz="2400"/>
            </a:lvl2pPr>
            <a:lvl3pPr lvl="2" algn="r">
              <a:lnSpc>
                <a:spcPct val="100000"/>
              </a:lnSpc>
              <a:spcBef>
                <a:spcPts val="0"/>
              </a:spcBef>
              <a:spcAft>
                <a:spcPts val="0"/>
              </a:spcAft>
              <a:buSzPts val="1800"/>
              <a:buNone/>
              <a:defRPr sz="2400"/>
            </a:lvl3pPr>
            <a:lvl4pPr lvl="3" algn="r">
              <a:lnSpc>
                <a:spcPct val="100000"/>
              </a:lnSpc>
              <a:spcBef>
                <a:spcPts val="0"/>
              </a:spcBef>
              <a:spcAft>
                <a:spcPts val="0"/>
              </a:spcAft>
              <a:buSzPts val="1800"/>
              <a:buNone/>
              <a:defRPr sz="2400"/>
            </a:lvl4pPr>
            <a:lvl5pPr lvl="4" algn="r">
              <a:lnSpc>
                <a:spcPct val="100000"/>
              </a:lnSpc>
              <a:spcBef>
                <a:spcPts val="0"/>
              </a:spcBef>
              <a:spcAft>
                <a:spcPts val="0"/>
              </a:spcAft>
              <a:buSzPts val="1800"/>
              <a:buNone/>
              <a:defRPr sz="2400"/>
            </a:lvl5pPr>
            <a:lvl6pPr lvl="5" algn="r">
              <a:lnSpc>
                <a:spcPct val="100000"/>
              </a:lnSpc>
              <a:spcBef>
                <a:spcPts val="0"/>
              </a:spcBef>
              <a:spcAft>
                <a:spcPts val="0"/>
              </a:spcAft>
              <a:buSzPts val="1800"/>
              <a:buNone/>
              <a:defRPr sz="2400"/>
            </a:lvl6pPr>
            <a:lvl7pPr lvl="6" algn="r">
              <a:lnSpc>
                <a:spcPct val="100000"/>
              </a:lnSpc>
              <a:spcBef>
                <a:spcPts val="0"/>
              </a:spcBef>
              <a:spcAft>
                <a:spcPts val="0"/>
              </a:spcAft>
              <a:buSzPts val="1800"/>
              <a:buNone/>
              <a:defRPr sz="2400"/>
            </a:lvl7pPr>
            <a:lvl8pPr lvl="7" algn="r">
              <a:lnSpc>
                <a:spcPct val="100000"/>
              </a:lnSpc>
              <a:spcBef>
                <a:spcPts val="0"/>
              </a:spcBef>
              <a:spcAft>
                <a:spcPts val="0"/>
              </a:spcAft>
              <a:buSzPts val="1800"/>
              <a:buNone/>
              <a:defRPr sz="2400"/>
            </a:lvl8pPr>
            <a:lvl9pPr lvl="8" algn="r">
              <a:lnSpc>
                <a:spcPct val="100000"/>
              </a:lnSpc>
              <a:spcBef>
                <a:spcPts val="0"/>
              </a:spcBef>
              <a:spcAft>
                <a:spcPts val="0"/>
              </a:spcAft>
              <a:buSzPts val="1800"/>
              <a:buNone/>
              <a:defRPr sz="2400"/>
            </a:lvl9pPr>
          </a:lstStyle>
          <a:p>
            <a:endParaRPr dirty="0"/>
          </a:p>
        </p:txBody>
      </p:sp>
      <p:sp>
        <p:nvSpPr>
          <p:cNvPr id="24" name="Google Shape;24;p34"/>
          <p:cNvSpPr txBox="1">
            <a:spLocks noGrp="1"/>
          </p:cNvSpPr>
          <p:nvPr>
            <p:ph type="ctrTitle" idx="2"/>
          </p:nvPr>
        </p:nvSpPr>
        <p:spPr>
          <a:xfrm>
            <a:off x="520395" y="268871"/>
            <a:ext cx="2632400" cy="770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400"/>
              <a:buNone/>
              <a:defRPr sz="1867"/>
            </a:lvl2pPr>
            <a:lvl3pPr lvl="2" algn="r">
              <a:lnSpc>
                <a:spcPct val="100000"/>
              </a:lnSpc>
              <a:spcBef>
                <a:spcPts val="0"/>
              </a:spcBef>
              <a:spcAft>
                <a:spcPts val="0"/>
              </a:spcAft>
              <a:buSzPts val="1400"/>
              <a:buNone/>
              <a:defRPr sz="1867"/>
            </a:lvl3pPr>
            <a:lvl4pPr lvl="3" algn="r">
              <a:lnSpc>
                <a:spcPct val="100000"/>
              </a:lnSpc>
              <a:spcBef>
                <a:spcPts val="0"/>
              </a:spcBef>
              <a:spcAft>
                <a:spcPts val="0"/>
              </a:spcAft>
              <a:buSzPts val="1400"/>
              <a:buNone/>
              <a:defRPr sz="1867"/>
            </a:lvl4pPr>
            <a:lvl5pPr lvl="4" algn="r">
              <a:lnSpc>
                <a:spcPct val="100000"/>
              </a:lnSpc>
              <a:spcBef>
                <a:spcPts val="0"/>
              </a:spcBef>
              <a:spcAft>
                <a:spcPts val="0"/>
              </a:spcAft>
              <a:buSzPts val="1400"/>
              <a:buNone/>
              <a:defRPr sz="1867"/>
            </a:lvl5pPr>
            <a:lvl6pPr lvl="5" algn="r">
              <a:lnSpc>
                <a:spcPct val="100000"/>
              </a:lnSpc>
              <a:spcBef>
                <a:spcPts val="0"/>
              </a:spcBef>
              <a:spcAft>
                <a:spcPts val="0"/>
              </a:spcAft>
              <a:buSzPts val="1400"/>
              <a:buNone/>
              <a:defRPr sz="1867"/>
            </a:lvl6pPr>
            <a:lvl7pPr lvl="6" algn="r">
              <a:lnSpc>
                <a:spcPct val="100000"/>
              </a:lnSpc>
              <a:spcBef>
                <a:spcPts val="0"/>
              </a:spcBef>
              <a:spcAft>
                <a:spcPts val="0"/>
              </a:spcAft>
              <a:buSzPts val="1400"/>
              <a:buNone/>
              <a:defRPr sz="1867"/>
            </a:lvl7pPr>
            <a:lvl8pPr lvl="7" algn="r">
              <a:lnSpc>
                <a:spcPct val="100000"/>
              </a:lnSpc>
              <a:spcBef>
                <a:spcPts val="0"/>
              </a:spcBef>
              <a:spcAft>
                <a:spcPts val="0"/>
              </a:spcAft>
              <a:buSzPts val="1400"/>
              <a:buNone/>
              <a:defRPr sz="1867"/>
            </a:lvl8pPr>
            <a:lvl9pPr lvl="8" algn="r">
              <a:lnSpc>
                <a:spcPct val="100000"/>
              </a:lnSpc>
              <a:spcBef>
                <a:spcPts val="0"/>
              </a:spcBef>
              <a:spcAft>
                <a:spcPts val="0"/>
              </a:spcAft>
              <a:buSzPts val="1400"/>
              <a:buNone/>
              <a:defRPr sz="1867"/>
            </a:lvl9pPr>
          </a:lstStyle>
          <a:p>
            <a:endParaRPr dirty="0"/>
          </a:p>
        </p:txBody>
      </p:sp>
      <p:sp>
        <p:nvSpPr>
          <p:cNvPr id="25" name="Google Shape;25;p34"/>
          <p:cNvSpPr txBox="1">
            <a:spLocks noGrp="1"/>
          </p:cNvSpPr>
          <p:nvPr>
            <p:ph type="subTitle" idx="1"/>
          </p:nvPr>
        </p:nvSpPr>
        <p:spPr>
          <a:xfrm>
            <a:off x="920595" y="773704"/>
            <a:ext cx="2232400" cy="7632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900"/>
              <a:buNone/>
              <a:defRPr sz="1200"/>
            </a:lvl2pPr>
            <a:lvl3pPr lvl="2" algn="r">
              <a:lnSpc>
                <a:spcPct val="100000"/>
              </a:lnSpc>
              <a:spcBef>
                <a:spcPts val="0"/>
              </a:spcBef>
              <a:spcAft>
                <a:spcPts val="0"/>
              </a:spcAft>
              <a:buSzPts val="900"/>
              <a:buNone/>
              <a:defRPr sz="1200"/>
            </a:lvl3pPr>
            <a:lvl4pPr lvl="3" algn="r">
              <a:lnSpc>
                <a:spcPct val="100000"/>
              </a:lnSpc>
              <a:spcBef>
                <a:spcPts val="0"/>
              </a:spcBef>
              <a:spcAft>
                <a:spcPts val="0"/>
              </a:spcAft>
              <a:buSzPts val="900"/>
              <a:buNone/>
              <a:defRPr sz="1200"/>
            </a:lvl4pPr>
            <a:lvl5pPr lvl="4" algn="r">
              <a:lnSpc>
                <a:spcPct val="100000"/>
              </a:lnSpc>
              <a:spcBef>
                <a:spcPts val="0"/>
              </a:spcBef>
              <a:spcAft>
                <a:spcPts val="0"/>
              </a:spcAft>
              <a:buSzPts val="900"/>
              <a:buNone/>
              <a:defRPr sz="1200"/>
            </a:lvl5pPr>
            <a:lvl6pPr lvl="5" algn="r">
              <a:lnSpc>
                <a:spcPct val="100000"/>
              </a:lnSpc>
              <a:spcBef>
                <a:spcPts val="0"/>
              </a:spcBef>
              <a:spcAft>
                <a:spcPts val="0"/>
              </a:spcAft>
              <a:buSzPts val="900"/>
              <a:buNone/>
              <a:defRPr sz="1200"/>
            </a:lvl6pPr>
            <a:lvl7pPr lvl="6" algn="r">
              <a:lnSpc>
                <a:spcPct val="100000"/>
              </a:lnSpc>
              <a:spcBef>
                <a:spcPts val="0"/>
              </a:spcBef>
              <a:spcAft>
                <a:spcPts val="0"/>
              </a:spcAft>
              <a:buSzPts val="900"/>
              <a:buNone/>
              <a:defRPr sz="1200"/>
            </a:lvl7pPr>
            <a:lvl8pPr lvl="7" algn="r">
              <a:lnSpc>
                <a:spcPct val="100000"/>
              </a:lnSpc>
              <a:spcBef>
                <a:spcPts val="0"/>
              </a:spcBef>
              <a:spcAft>
                <a:spcPts val="0"/>
              </a:spcAft>
              <a:buSzPts val="900"/>
              <a:buNone/>
              <a:defRPr sz="1200"/>
            </a:lvl8pPr>
            <a:lvl9pPr lvl="8" algn="r">
              <a:lnSpc>
                <a:spcPct val="100000"/>
              </a:lnSpc>
              <a:spcBef>
                <a:spcPts val="0"/>
              </a:spcBef>
              <a:spcAft>
                <a:spcPts val="0"/>
              </a:spcAft>
              <a:buSzPts val="900"/>
              <a:buNone/>
              <a:defRPr sz="1200"/>
            </a:lvl9pPr>
          </a:lstStyle>
          <a:p>
            <a:endParaRPr dirty="0"/>
          </a:p>
        </p:txBody>
      </p:sp>
      <p:sp>
        <p:nvSpPr>
          <p:cNvPr id="26" name="Google Shape;26;p34"/>
          <p:cNvSpPr txBox="1">
            <a:spLocks noGrp="1"/>
          </p:cNvSpPr>
          <p:nvPr>
            <p:ph type="title" idx="3"/>
          </p:nvPr>
        </p:nvSpPr>
        <p:spPr>
          <a:xfrm>
            <a:off x="2824597" y="725931"/>
            <a:ext cx="1476800" cy="770400"/>
          </a:xfrm>
          <a:prstGeom prst="rect">
            <a:avLst/>
          </a:prstGeom>
          <a:noFill/>
          <a:ln>
            <a:noFill/>
          </a:ln>
        </p:spPr>
        <p:txBody>
          <a:bodyPr spcFirstLastPara="1" wrap="square" lIns="91425" tIns="91425" rIns="91425" bIns="91425" anchor="ctr" anchorCtr="0">
            <a:noAutofit/>
          </a:bodyPr>
          <a:lstStyle>
            <a:lvl1pPr lvl="0" algn="r">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27" name="Google Shape;27;p34"/>
          <p:cNvSpPr txBox="1">
            <a:spLocks noGrp="1"/>
          </p:cNvSpPr>
          <p:nvPr>
            <p:ph type="title" idx="4"/>
          </p:nvPr>
        </p:nvSpPr>
        <p:spPr>
          <a:xfrm>
            <a:off x="2807208" y="2021077"/>
            <a:ext cx="1476800" cy="770400"/>
          </a:xfrm>
          <a:prstGeom prst="rect">
            <a:avLst/>
          </a:prstGeom>
          <a:noFill/>
          <a:ln>
            <a:noFill/>
          </a:ln>
        </p:spPr>
        <p:txBody>
          <a:bodyPr spcFirstLastPara="1" wrap="square" lIns="91425" tIns="91425" rIns="91425" bIns="91425" anchor="ctr" anchorCtr="0">
            <a:noAutofit/>
          </a:bodyPr>
          <a:lstStyle>
            <a:lvl1pPr lvl="0" algn="r">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28" name="Google Shape;28;p34"/>
          <p:cNvSpPr txBox="1">
            <a:spLocks noGrp="1"/>
          </p:cNvSpPr>
          <p:nvPr>
            <p:ph type="title" idx="5"/>
          </p:nvPr>
        </p:nvSpPr>
        <p:spPr>
          <a:xfrm>
            <a:off x="2807208" y="3316224"/>
            <a:ext cx="1476800" cy="770400"/>
          </a:xfrm>
          <a:prstGeom prst="rect">
            <a:avLst/>
          </a:prstGeom>
          <a:noFill/>
          <a:ln>
            <a:noFill/>
          </a:ln>
        </p:spPr>
        <p:txBody>
          <a:bodyPr spcFirstLastPara="1" wrap="square" lIns="91425" tIns="91425" rIns="91425" bIns="91425" anchor="ctr" anchorCtr="0">
            <a:noAutofit/>
          </a:bodyPr>
          <a:lstStyle>
            <a:lvl1pPr lvl="0" algn="r">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29" name="Google Shape;29;p34"/>
          <p:cNvSpPr txBox="1">
            <a:spLocks noGrp="1"/>
          </p:cNvSpPr>
          <p:nvPr>
            <p:ph type="title" idx="6"/>
          </p:nvPr>
        </p:nvSpPr>
        <p:spPr>
          <a:xfrm>
            <a:off x="7896011" y="2790184"/>
            <a:ext cx="1429600" cy="770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30" name="Google Shape;30;p34"/>
          <p:cNvSpPr txBox="1">
            <a:spLocks noGrp="1"/>
          </p:cNvSpPr>
          <p:nvPr>
            <p:ph type="title" idx="7"/>
          </p:nvPr>
        </p:nvSpPr>
        <p:spPr>
          <a:xfrm>
            <a:off x="7896011" y="4149781"/>
            <a:ext cx="1429600" cy="770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ctr">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31" name="Google Shape;31;p34"/>
          <p:cNvSpPr txBox="1">
            <a:spLocks noGrp="1"/>
          </p:cNvSpPr>
          <p:nvPr>
            <p:ph type="title" idx="8"/>
          </p:nvPr>
        </p:nvSpPr>
        <p:spPr>
          <a:xfrm>
            <a:off x="7896011" y="5509377"/>
            <a:ext cx="1429600" cy="770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480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2pPr>
            <a:lvl3pPr lvl="2"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3pPr>
            <a:lvl4pPr lvl="3"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4pPr>
            <a:lvl5pPr lvl="4"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5pPr>
            <a:lvl6pPr lvl="5"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6pPr>
            <a:lvl7pPr lvl="6"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7pPr>
            <a:lvl8pPr lvl="7"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8pPr>
            <a:lvl9pPr lvl="8" algn="l">
              <a:lnSpc>
                <a:spcPct val="100000"/>
              </a:lnSpc>
              <a:spcBef>
                <a:spcPts val="0"/>
              </a:spcBef>
              <a:spcAft>
                <a:spcPts val="0"/>
              </a:spcAft>
              <a:buSzPts val="4800"/>
              <a:buFont typeface="Fira Sans Extra Condensed Medium"/>
              <a:buNone/>
              <a:defRPr sz="6400">
                <a:latin typeface="Fira Sans Extra Condensed Medium"/>
                <a:ea typeface="Fira Sans Extra Condensed Medium"/>
                <a:cs typeface="Fira Sans Extra Condensed Medium"/>
                <a:sym typeface="Fira Sans Extra Condensed Medium"/>
              </a:defRPr>
            </a:lvl9pPr>
          </a:lstStyle>
          <a:p>
            <a:endParaRPr dirty="0"/>
          </a:p>
        </p:txBody>
      </p:sp>
      <p:sp>
        <p:nvSpPr>
          <p:cNvPr id="32" name="Google Shape;32;p34"/>
          <p:cNvSpPr txBox="1">
            <a:spLocks noGrp="1"/>
          </p:cNvSpPr>
          <p:nvPr>
            <p:ph type="ctrTitle" idx="9"/>
          </p:nvPr>
        </p:nvSpPr>
        <p:spPr>
          <a:xfrm>
            <a:off x="520395" y="1557139"/>
            <a:ext cx="2632400" cy="770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400"/>
              <a:buNone/>
              <a:defRPr sz="1867"/>
            </a:lvl2pPr>
            <a:lvl3pPr lvl="2" algn="r">
              <a:lnSpc>
                <a:spcPct val="100000"/>
              </a:lnSpc>
              <a:spcBef>
                <a:spcPts val="0"/>
              </a:spcBef>
              <a:spcAft>
                <a:spcPts val="0"/>
              </a:spcAft>
              <a:buSzPts val="1400"/>
              <a:buNone/>
              <a:defRPr sz="1867"/>
            </a:lvl3pPr>
            <a:lvl4pPr lvl="3" algn="r">
              <a:lnSpc>
                <a:spcPct val="100000"/>
              </a:lnSpc>
              <a:spcBef>
                <a:spcPts val="0"/>
              </a:spcBef>
              <a:spcAft>
                <a:spcPts val="0"/>
              </a:spcAft>
              <a:buSzPts val="1400"/>
              <a:buNone/>
              <a:defRPr sz="1867"/>
            </a:lvl4pPr>
            <a:lvl5pPr lvl="4" algn="r">
              <a:lnSpc>
                <a:spcPct val="100000"/>
              </a:lnSpc>
              <a:spcBef>
                <a:spcPts val="0"/>
              </a:spcBef>
              <a:spcAft>
                <a:spcPts val="0"/>
              </a:spcAft>
              <a:buSzPts val="1400"/>
              <a:buNone/>
              <a:defRPr sz="1867"/>
            </a:lvl5pPr>
            <a:lvl6pPr lvl="5" algn="r">
              <a:lnSpc>
                <a:spcPct val="100000"/>
              </a:lnSpc>
              <a:spcBef>
                <a:spcPts val="0"/>
              </a:spcBef>
              <a:spcAft>
                <a:spcPts val="0"/>
              </a:spcAft>
              <a:buSzPts val="1400"/>
              <a:buNone/>
              <a:defRPr sz="1867"/>
            </a:lvl6pPr>
            <a:lvl7pPr lvl="6" algn="r">
              <a:lnSpc>
                <a:spcPct val="100000"/>
              </a:lnSpc>
              <a:spcBef>
                <a:spcPts val="0"/>
              </a:spcBef>
              <a:spcAft>
                <a:spcPts val="0"/>
              </a:spcAft>
              <a:buSzPts val="1400"/>
              <a:buNone/>
              <a:defRPr sz="1867"/>
            </a:lvl7pPr>
            <a:lvl8pPr lvl="7" algn="r">
              <a:lnSpc>
                <a:spcPct val="100000"/>
              </a:lnSpc>
              <a:spcBef>
                <a:spcPts val="0"/>
              </a:spcBef>
              <a:spcAft>
                <a:spcPts val="0"/>
              </a:spcAft>
              <a:buSzPts val="1400"/>
              <a:buNone/>
              <a:defRPr sz="1867"/>
            </a:lvl8pPr>
            <a:lvl9pPr lvl="8" algn="r">
              <a:lnSpc>
                <a:spcPct val="100000"/>
              </a:lnSpc>
              <a:spcBef>
                <a:spcPts val="0"/>
              </a:spcBef>
              <a:spcAft>
                <a:spcPts val="0"/>
              </a:spcAft>
              <a:buSzPts val="1400"/>
              <a:buNone/>
              <a:defRPr sz="1867"/>
            </a:lvl9pPr>
          </a:lstStyle>
          <a:p>
            <a:endParaRPr dirty="0"/>
          </a:p>
        </p:txBody>
      </p:sp>
      <p:sp>
        <p:nvSpPr>
          <p:cNvPr id="33" name="Google Shape;33;p34"/>
          <p:cNvSpPr txBox="1">
            <a:spLocks noGrp="1"/>
          </p:cNvSpPr>
          <p:nvPr>
            <p:ph type="subTitle" idx="13"/>
          </p:nvPr>
        </p:nvSpPr>
        <p:spPr>
          <a:xfrm>
            <a:off x="920595" y="2061969"/>
            <a:ext cx="2232400" cy="7632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900"/>
              <a:buNone/>
              <a:defRPr sz="1200"/>
            </a:lvl2pPr>
            <a:lvl3pPr lvl="2" algn="r">
              <a:lnSpc>
                <a:spcPct val="100000"/>
              </a:lnSpc>
              <a:spcBef>
                <a:spcPts val="0"/>
              </a:spcBef>
              <a:spcAft>
                <a:spcPts val="0"/>
              </a:spcAft>
              <a:buSzPts val="900"/>
              <a:buNone/>
              <a:defRPr sz="1200"/>
            </a:lvl3pPr>
            <a:lvl4pPr lvl="3" algn="r">
              <a:lnSpc>
                <a:spcPct val="100000"/>
              </a:lnSpc>
              <a:spcBef>
                <a:spcPts val="0"/>
              </a:spcBef>
              <a:spcAft>
                <a:spcPts val="0"/>
              </a:spcAft>
              <a:buSzPts val="900"/>
              <a:buNone/>
              <a:defRPr sz="1200"/>
            </a:lvl4pPr>
            <a:lvl5pPr lvl="4" algn="r">
              <a:lnSpc>
                <a:spcPct val="100000"/>
              </a:lnSpc>
              <a:spcBef>
                <a:spcPts val="0"/>
              </a:spcBef>
              <a:spcAft>
                <a:spcPts val="0"/>
              </a:spcAft>
              <a:buSzPts val="900"/>
              <a:buNone/>
              <a:defRPr sz="1200"/>
            </a:lvl5pPr>
            <a:lvl6pPr lvl="5" algn="r">
              <a:lnSpc>
                <a:spcPct val="100000"/>
              </a:lnSpc>
              <a:spcBef>
                <a:spcPts val="0"/>
              </a:spcBef>
              <a:spcAft>
                <a:spcPts val="0"/>
              </a:spcAft>
              <a:buSzPts val="900"/>
              <a:buNone/>
              <a:defRPr sz="1200"/>
            </a:lvl6pPr>
            <a:lvl7pPr lvl="6" algn="r">
              <a:lnSpc>
                <a:spcPct val="100000"/>
              </a:lnSpc>
              <a:spcBef>
                <a:spcPts val="0"/>
              </a:spcBef>
              <a:spcAft>
                <a:spcPts val="0"/>
              </a:spcAft>
              <a:buSzPts val="900"/>
              <a:buNone/>
              <a:defRPr sz="1200"/>
            </a:lvl7pPr>
            <a:lvl8pPr lvl="7" algn="r">
              <a:lnSpc>
                <a:spcPct val="100000"/>
              </a:lnSpc>
              <a:spcBef>
                <a:spcPts val="0"/>
              </a:spcBef>
              <a:spcAft>
                <a:spcPts val="0"/>
              </a:spcAft>
              <a:buSzPts val="900"/>
              <a:buNone/>
              <a:defRPr sz="1200"/>
            </a:lvl8pPr>
            <a:lvl9pPr lvl="8" algn="r">
              <a:lnSpc>
                <a:spcPct val="100000"/>
              </a:lnSpc>
              <a:spcBef>
                <a:spcPts val="0"/>
              </a:spcBef>
              <a:spcAft>
                <a:spcPts val="0"/>
              </a:spcAft>
              <a:buSzPts val="900"/>
              <a:buNone/>
              <a:defRPr sz="1200"/>
            </a:lvl9pPr>
          </a:lstStyle>
          <a:p>
            <a:endParaRPr dirty="0"/>
          </a:p>
        </p:txBody>
      </p:sp>
      <p:sp>
        <p:nvSpPr>
          <p:cNvPr id="34" name="Google Shape;34;p34"/>
          <p:cNvSpPr txBox="1">
            <a:spLocks noGrp="1"/>
          </p:cNvSpPr>
          <p:nvPr>
            <p:ph type="ctrTitle" idx="14"/>
          </p:nvPr>
        </p:nvSpPr>
        <p:spPr>
          <a:xfrm>
            <a:off x="520395" y="2855115"/>
            <a:ext cx="2632400" cy="770400"/>
          </a:xfrm>
          <a:prstGeom prst="rect">
            <a:avLst/>
          </a:prstGeom>
          <a:noFill/>
          <a:ln>
            <a:noFill/>
          </a:ln>
        </p:spPr>
        <p:txBody>
          <a:bodyPr spcFirstLastPara="1" wrap="square" lIns="91425" tIns="91425" rIns="91425" bIns="91425" anchor="b" anchorCtr="0">
            <a:noAutofit/>
          </a:bodyPr>
          <a:lstStyle>
            <a:lvl1pPr lvl="0" algn="r">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1400"/>
              <a:buNone/>
              <a:defRPr sz="1867"/>
            </a:lvl2pPr>
            <a:lvl3pPr lvl="2" algn="r">
              <a:lnSpc>
                <a:spcPct val="100000"/>
              </a:lnSpc>
              <a:spcBef>
                <a:spcPts val="0"/>
              </a:spcBef>
              <a:spcAft>
                <a:spcPts val="0"/>
              </a:spcAft>
              <a:buSzPts val="1400"/>
              <a:buNone/>
              <a:defRPr sz="1867"/>
            </a:lvl3pPr>
            <a:lvl4pPr lvl="3" algn="r">
              <a:lnSpc>
                <a:spcPct val="100000"/>
              </a:lnSpc>
              <a:spcBef>
                <a:spcPts val="0"/>
              </a:spcBef>
              <a:spcAft>
                <a:spcPts val="0"/>
              </a:spcAft>
              <a:buSzPts val="1400"/>
              <a:buNone/>
              <a:defRPr sz="1867"/>
            </a:lvl4pPr>
            <a:lvl5pPr lvl="4" algn="r">
              <a:lnSpc>
                <a:spcPct val="100000"/>
              </a:lnSpc>
              <a:spcBef>
                <a:spcPts val="0"/>
              </a:spcBef>
              <a:spcAft>
                <a:spcPts val="0"/>
              </a:spcAft>
              <a:buSzPts val="1400"/>
              <a:buNone/>
              <a:defRPr sz="1867"/>
            </a:lvl5pPr>
            <a:lvl6pPr lvl="5" algn="r">
              <a:lnSpc>
                <a:spcPct val="100000"/>
              </a:lnSpc>
              <a:spcBef>
                <a:spcPts val="0"/>
              </a:spcBef>
              <a:spcAft>
                <a:spcPts val="0"/>
              </a:spcAft>
              <a:buSzPts val="1400"/>
              <a:buNone/>
              <a:defRPr sz="1867"/>
            </a:lvl6pPr>
            <a:lvl7pPr lvl="6" algn="r">
              <a:lnSpc>
                <a:spcPct val="100000"/>
              </a:lnSpc>
              <a:spcBef>
                <a:spcPts val="0"/>
              </a:spcBef>
              <a:spcAft>
                <a:spcPts val="0"/>
              </a:spcAft>
              <a:buSzPts val="1400"/>
              <a:buNone/>
              <a:defRPr sz="1867"/>
            </a:lvl7pPr>
            <a:lvl8pPr lvl="7" algn="r">
              <a:lnSpc>
                <a:spcPct val="100000"/>
              </a:lnSpc>
              <a:spcBef>
                <a:spcPts val="0"/>
              </a:spcBef>
              <a:spcAft>
                <a:spcPts val="0"/>
              </a:spcAft>
              <a:buSzPts val="1400"/>
              <a:buNone/>
              <a:defRPr sz="1867"/>
            </a:lvl8pPr>
            <a:lvl9pPr lvl="8" algn="r">
              <a:lnSpc>
                <a:spcPct val="100000"/>
              </a:lnSpc>
              <a:spcBef>
                <a:spcPts val="0"/>
              </a:spcBef>
              <a:spcAft>
                <a:spcPts val="0"/>
              </a:spcAft>
              <a:buSzPts val="1400"/>
              <a:buNone/>
              <a:defRPr sz="1867"/>
            </a:lvl9pPr>
          </a:lstStyle>
          <a:p>
            <a:endParaRPr dirty="0"/>
          </a:p>
        </p:txBody>
      </p:sp>
      <p:sp>
        <p:nvSpPr>
          <p:cNvPr id="35" name="Google Shape;35;p34"/>
          <p:cNvSpPr txBox="1">
            <a:spLocks noGrp="1"/>
          </p:cNvSpPr>
          <p:nvPr>
            <p:ph type="subTitle" idx="15"/>
          </p:nvPr>
        </p:nvSpPr>
        <p:spPr>
          <a:xfrm>
            <a:off x="920595" y="3359941"/>
            <a:ext cx="2232400" cy="763200"/>
          </a:xfrm>
          <a:prstGeom prst="rect">
            <a:avLst/>
          </a:prstGeom>
          <a:noFill/>
          <a:ln>
            <a:noFill/>
          </a:ln>
        </p:spPr>
        <p:txBody>
          <a:bodyPr spcFirstLastPara="1" wrap="square" lIns="91425" tIns="91425" rIns="91425" bIns="91425" anchor="t" anchorCtr="0">
            <a:noAutofit/>
          </a:bodyPr>
          <a:lstStyle>
            <a:lvl1pPr lvl="0" algn="r">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r">
              <a:lnSpc>
                <a:spcPct val="100000"/>
              </a:lnSpc>
              <a:spcBef>
                <a:spcPts val="0"/>
              </a:spcBef>
              <a:spcAft>
                <a:spcPts val="0"/>
              </a:spcAft>
              <a:buSzPts val="900"/>
              <a:buNone/>
              <a:defRPr sz="1200"/>
            </a:lvl2pPr>
            <a:lvl3pPr lvl="2" algn="r">
              <a:lnSpc>
                <a:spcPct val="100000"/>
              </a:lnSpc>
              <a:spcBef>
                <a:spcPts val="0"/>
              </a:spcBef>
              <a:spcAft>
                <a:spcPts val="0"/>
              </a:spcAft>
              <a:buSzPts val="900"/>
              <a:buNone/>
              <a:defRPr sz="1200"/>
            </a:lvl3pPr>
            <a:lvl4pPr lvl="3" algn="r">
              <a:lnSpc>
                <a:spcPct val="100000"/>
              </a:lnSpc>
              <a:spcBef>
                <a:spcPts val="0"/>
              </a:spcBef>
              <a:spcAft>
                <a:spcPts val="0"/>
              </a:spcAft>
              <a:buSzPts val="900"/>
              <a:buNone/>
              <a:defRPr sz="1200"/>
            </a:lvl4pPr>
            <a:lvl5pPr lvl="4" algn="r">
              <a:lnSpc>
                <a:spcPct val="100000"/>
              </a:lnSpc>
              <a:spcBef>
                <a:spcPts val="0"/>
              </a:spcBef>
              <a:spcAft>
                <a:spcPts val="0"/>
              </a:spcAft>
              <a:buSzPts val="900"/>
              <a:buNone/>
              <a:defRPr sz="1200"/>
            </a:lvl5pPr>
            <a:lvl6pPr lvl="5" algn="r">
              <a:lnSpc>
                <a:spcPct val="100000"/>
              </a:lnSpc>
              <a:spcBef>
                <a:spcPts val="0"/>
              </a:spcBef>
              <a:spcAft>
                <a:spcPts val="0"/>
              </a:spcAft>
              <a:buSzPts val="900"/>
              <a:buNone/>
              <a:defRPr sz="1200"/>
            </a:lvl6pPr>
            <a:lvl7pPr lvl="6" algn="r">
              <a:lnSpc>
                <a:spcPct val="100000"/>
              </a:lnSpc>
              <a:spcBef>
                <a:spcPts val="0"/>
              </a:spcBef>
              <a:spcAft>
                <a:spcPts val="0"/>
              </a:spcAft>
              <a:buSzPts val="900"/>
              <a:buNone/>
              <a:defRPr sz="1200"/>
            </a:lvl7pPr>
            <a:lvl8pPr lvl="7" algn="r">
              <a:lnSpc>
                <a:spcPct val="100000"/>
              </a:lnSpc>
              <a:spcBef>
                <a:spcPts val="0"/>
              </a:spcBef>
              <a:spcAft>
                <a:spcPts val="0"/>
              </a:spcAft>
              <a:buSzPts val="900"/>
              <a:buNone/>
              <a:defRPr sz="1200"/>
            </a:lvl8pPr>
            <a:lvl9pPr lvl="8" algn="r">
              <a:lnSpc>
                <a:spcPct val="100000"/>
              </a:lnSpc>
              <a:spcBef>
                <a:spcPts val="0"/>
              </a:spcBef>
              <a:spcAft>
                <a:spcPts val="0"/>
              </a:spcAft>
              <a:buSzPts val="900"/>
              <a:buNone/>
              <a:defRPr sz="1200"/>
            </a:lvl9pPr>
          </a:lstStyle>
          <a:p>
            <a:endParaRPr dirty="0"/>
          </a:p>
        </p:txBody>
      </p:sp>
      <p:sp>
        <p:nvSpPr>
          <p:cNvPr id="36" name="Google Shape;36;p34"/>
          <p:cNvSpPr txBox="1">
            <a:spLocks noGrp="1"/>
          </p:cNvSpPr>
          <p:nvPr>
            <p:ph type="ctrTitle" idx="16"/>
          </p:nvPr>
        </p:nvSpPr>
        <p:spPr>
          <a:xfrm>
            <a:off x="9082077" y="2366907"/>
            <a:ext cx="2632400" cy="7704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1400"/>
              <a:buNone/>
              <a:defRPr sz="1867"/>
            </a:lvl2pPr>
            <a:lvl3pPr lvl="2" algn="l">
              <a:lnSpc>
                <a:spcPct val="100000"/>
              </a:lnSpc>
              <a:spcBef>
                <a:spcPts val="0"/>
              </a:spcBef>
              <a:spcAft>
                <a:spcPts val="0"/>
              </a:spcAft>
              <a:buSzPts val="1400"/>
              <a:buNone/>
              <a:defRPr sz="1867"/>
            </a:lvl3pPr>
            <a:lvl4pPr lvl="3" algn="l">
              <a:lnSpc>
                <a:spcPct val="100000"/>
              </a:lnSpc>
              <a:spcBef>
                <a:spcPts val="0"/>
              </a:spcBef>
              <a:spcAft>
                <a:spcPts val="0"/>
              </a:spcAft>
              <a:buSzPts val="1400"/>
              <a:buNone/>
              <a:defRPr sz="1867"/>
            </a:lvl4pPr>
            <a:lvl5pPr lvl="4" algn="l">
              <a:lnSpc>
                <a:spcPct val="100000"/>
              </a:lnSpc>
              <a:spcBef>
                <a:spcPts val="0"/>
              </a:spcBef>
              <a:spcAft>
                <a:spcPts val="0"/>
              </a:spcAft>
              <a:buSzPts val="1400"/>
              <a:buNone/>
              <a:defRPr sz="1867"/>
            </a:lvl5pPr>
            <a:lvl6pPr lvl="5" algn="l">
              <a:lnSpc>
                <a:spcPct val="100000"/>
              </a:lnSpc>
              <a:spcBef>
                <a:spcPts val="0"/>
              </a:spcBef>
              <a:spcAft>
                <a:spcPts val="0"/>
              </a:spcAft>
              <a:buSzPts val="1400"/>
              <a:buNone/>
              <a:defRPr sz="1867"/>
            </a:lvl6pPr>
            <a:lvl7pPr lvl="6" algn="l">
              <a:lnSpc>
                <a:spcPct val="100000"/>
              </a:lnSpc>
              <a:spcBef>
                <a:spcPts val="0"/>
              </a:spcBef>
              <a:spcAft>
                <a:spcPts val="0"/>
              </a:spcAft>
              <a:buSzPts val="1400"/>
              <a:buNone/>
              <a:defRPr sz="1867"/>
            </a:lvl7pPr>
            <a:lvl8pPr lvl="7" algn="l">
              <a:lnSpc>
                <a:spcPct val="100000"/>
              </a:lnSpc>
              <a:spcBef>
                <a:spcPts val="0"/>
              </a:spcBef>
              <a:spcAft>
                <a:spcPts val="0"/>
              </a:spcAft>
              <a:buSzPts val="1400"/>
              <a:buNone/>
              <a:defRPr sz="1867"/>
            </a:lvl8pPr>
            <a:lvl9pPr lvl="8" algn="l">
              <a:lnSpc>
                <a:spcPct val="100000"/>
              </a:lnSpc>
              <a:spcBef>
                <a:spcPts val="0"/>
              </a:spcBef>
              <a:spcAft>
                <a:spcPts val="0"/>
              </a:spcAft>
              <a:buSzPts val="1400"/>
              <a:buNone/>
              <a:defRPr sz="1867"/>
            </a:lvl9pPr>
          </a:lstStyle>
          <a:p>
            <a:endParaRPr dirty="0"/>
          </a:p>
        </p:txBody>
      </p:sp>
      <p:sp>
        <p:nvSpPr>
          <p:cNvPr id="37" name="Google Shape;37;p34"/>
          <p:cNvSpPr txBox="1">
            <a:spLocks noGrp="1"/>
          </p:cNvSpPr>
          <p:nvPr>
            <p:ph type="subTitle" idx="17"/>
          </p:nvPr>
        </p:nvSpPr>
        <p:spPr>
          <a:xfrm>
            <a:off x="9082077" y="2871740"/>
            <a:ext cx="2232400" cy="763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900"/>
              <a:buNone/>
              <a:defRPr sz="1200"/>
            </a:lvl2pPr>
            <a:lvl3pPr lvl="2" algn="l">
              <a:lnSpc>
                <a:spcPct val="100000"/>
              </a:lnSpc>
              <a:spcBef>
                <a:spcPts val="0"/>
              </a:spcBef>
              <a:spcAft>
                <a:spcPts val="0"/>
              </a:spcAft>
              <a:buSzPts val="900"/>
              <a:buNone/>
              <a:defRPr sz="1200"/>
            </a:lvl3pPr>
            <a:lvl4pPr lvl="3" algn="l">
              <a:lnSpc>
                <a:spcPct val="100000"/>
              </a:lnSpc>
              <a:spcBef>
                <a:spcPts val="0"/>
              </a:spcBef>
              <a:spcAft>
                <a:spcPts val="0"/>
              </a:spcAft>
              <a:buSzPts val="900"/>
              <a:buNone/>
              <a:defRPr sz="1200"/>
            </a:lvl4pPr>
            <a:lvl5pPr lvl="4" algn="l">
              <a:lnSpc>
                <a:spcPct val="100000"/>
              </a:lnSpc>
              <a:spcBef>
                <a:spcPts val="0"/>
              </a:spcBef>
              <a:spcAft>
                <a:spcPts val="0"/>
              </a:spcAft>
              <a:buSzPts val="900"/>
              <a:buNone/>
              <a:defRPr sz="1200"/>
            </a:lvl5pPr>
            <a:lvl6pPr lvl="5" algn="l">
              <a:lnSpc>
                <a:spcPct val="100000"/>
              </a:lnSpc>
              <a:spcBef>
                <a:spcPts val="0"/>
              </a:spcBef>
              <a:spcAft>
                <a:spcPts val="0"/>
              </a:spcAft>
              <a:buSzPts val="900"/>
              <a:buNone/>
              <a:defRPr sz="1200"/>
            </a:lvl6pPr>
            <a:lvl7pPr lvl="6" algn="l">
              <a:lnSpc>
                <a:spcPct val="100000"/>
              </a:lnSpc>
              <a:spcBef>
                <a:spcPts val="0"/>
              </a:spcBef>
              <a:spcAft>
                <a:spcPts val="0"/>
              </a:spcAft>
              <a:buSzPts val="900"/>
              <a:buNone/>
              <a:defRPr sz="1200"/>
            </a:lvl7pPr>
            <a:lvl8pPr lvl="7" algn="l">
              <a:lnSpc>
                <a:spcPct val="100000"/>
              </a:lnSpc>
              <a:spcBef>
                <a:spcPts val="0"/>
              </a:spcBef>
              <a:spcAft>
                <a:spcPts val="0"/>
              </a:spcAft>
              <a:buSzPts val="900"/>
              <a:buNone/>
              <a:defRPr sz="1200"/>
            </a:lvl8pPr>
            <a:lvl9pPr lvl="8" algn="l">
              <a:lnSpc>
                <a:spcPct val="100000"/>
              </a:lnSpc>
              <a:spcBef>
                <a:spcPts val="0"/>
              </a:spcBef>
              <a:spcAft>
                <a:spcPts val="0"/>
              </a:spcAft>
              <a:buSzPts val="900"/>
              <a:buNone/>
              <a:defRPr sz="1200"/>
            </a:lvl9pPr>
          </a:lstStyle>
          <a:p>
            <a:endParaRPr dirty="0"/>
          </a:p>
        </p:txBody>
      </p:sp>
      <p:sp>
        <p:nvSpPr>
          <p:cNvPr id="38" name="Google Shape;38;p34"/>
          <p:cNvSpPr txBox="1">
            <a:spLocks noGrp="1"/>
          </p:cNvSpPr>
          <p:nvPr>
            <p:ph type="ctrTitle" idx="18"/>
          </p:nvPr>
        </p:nvSpPr>
        <p:spPr>
          <a:xfrm>
            <a:off x="9082077" y="3732127"/>
            <a:ext cx="2632400" cy="7704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1400"/>
              <a:buNone/>
              <a:defRPr sz="1867"/>
            </a:lvl2pPr>
            <a:lvl3pPr lvl="2" algn="l">
              <a:lnSpc>
                <a:spcPct val="100000"/>
              </a:lnSpc>
              <a:spcBef>
                <a:spcPts val="0"/>
              </a:spcBef>
              <a:spcAft>
                <a:spcPts val="0"/>
              </a:spcAft>
              <a:buSzPts val="1400"/>
              <a:buNone/>
              <a:defRPr sz="1867"/>
            </a:lvl3pPr>
            <a:lvl4pPr lvl="3" algn="l">
              <a:lnSpc>
                <a:spcPct val="100000"/>
              </a:lnSpc>
              <a:spcBef>
                <a:spcPts val="0"/>
              </a:spcBef>
              <a:spcAft>
                <a:spcPts val="0"/>
              </a:spcAft>
              <a:buSzPts val="1400"/>
              <a:buNone/>
              <a:defRPr sz="1867"/>
            </a:lvl4pPr>
            <a:lvl5pPr lvl="4" algn="l">
              <a:lnSpc>
                <a:spcPct val="100000"/>
              </a:lnSpc>
              <a:spcBef>
                <a:spcPts val="0"/>
              </a:spcBef>
              <a:spcAft>
                <a:spcPts val="0"/>
              </a:spcAft>
              <a:buSzPts val="1400"/>
              <a:buNone/>
              <a:defRPr sz="1867"/>
            </a:lvl5pPr>
            <a:lvl6pPr lvl="5" algn="l">
              <a:lnSpc>
                <a:spcPct val="100000"/>
              </a:lnSpc>
              <a:spcBef>
                <a:spcPts val="0"/>
              </a:spcBef>
              <a:spcAft>
                <a:spcPts val="0"/>
              </a:spcAft>
              <a:buSzPts val="1400"/>
              <a:buNone/>
              <a:defRPr sz="1867"/>
            </a:lvl6pPr>
            <a:lvl7pPr lvl="6" algn="l">
              <a:lnSpc>
                <a:spcPct val="100000"/>
              </a:lnSpc>
              <a:spcBef>
                <a:spcPts val="0"/>
              </a:spcBef>
              <a:spcAft>
                <a:spcPts val="0"/>
              </a:spcAft>
              <a:buSzPts val="1400"/>
              <a:buNone/>
              <a:defRPr sz="1867"/>
            </a:lvl7pPr>
            <a:lvl8pPr lvl="7" algn="l">
              <a:lnSpc>
                <a:spcPct val="100000"/>
              </a:lnSpc>
              <a:spcBef>
                <a:spcPts val="0"/>
              </a:spcBef>
              <a:spcAft>
                <a:spcPts val="0"/>
              </a:spcAft>
              <a:buSzPts val="1400"/>
              <a:buNone/>
              <a:defRPr sz="1867"/>
            </a:lvl8pPr>
            <a:lvl9pPr lvl="8" algn="l">
              <a:lnSpc>
                <a:spcPct val="100000"/>
              </a:lnSpc>
              <a:spcBef>
                <a:spcPts val="0"/>
              </a:spcBef>
              <a:spcAft>
                <a:spcPts val="0"/>
              </a:spcAft>
              <a:buSzPts val="1400"/>
              <a:buNone/>
              <a:defRPr sz="1867"/>
            </a:lvl9pPr>
          </a:lstStyle>
          <a:p>
            <a:endParaRPr dirty="0"/>
          </a:p>
        </p:txBody>
      </p:sp>
      <p:sp>
        <p:nvSpPr>
          <p:cNvPr id="39" name="Google Shape;39;p34"/>
          <p:cNvSpPr txBox="1">
            <a:spLocks noGrp="1"/>
          </p:cNvSpPr>
          <p:nvPr>
            <p:ph type="subTitle" idx="19"/>
          </p:nvPr>
        </p:nvSpPr>
        <p:spPr>
          <a:xfrm>
            <a:off x="9082077" y="4236956"/>
            <a:ext cx="2232400" cy="763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900"/>
              <a:buNone/>
              <a:defRPr sz="1200"/>
            </a:lvl2pPr>
            <a:lvl3pPr lvl="2" algn="l">
              <a:lnSpc>
                <a:spcPct val="100000"/>
              </a:lnSpc>
              <a:spcBef>
                <a:spcPts val="0"/>
              </a:spcBef>
              <a:spcAft>
                <a:spcPts val="0"/>
              </a:spcAft>
              <a:buSzPts val="900"/>
              <a:buNone/>
              <a:defRPr sz="1200"/>
            </a:lvl3pPr>
            <a:lvl4pPr lvl="3" algn="l">
              <a:lnSpc>
                <a:spcPct val="100000"/>
              </a:lnSpc>
              <a:spcBef>
                <a:spcPts val="0"/>
              </a:spcBef>
              <a:spcAft>
                <a:spcPts val="0"/>
              </a:spcAft>
              <a:buSzPts val="900"/>
              <a:buNone/>
              <a:defRPr sz="1200"/>
            </a:lvl4pPr>
            <a:lvl5pPr lvl="4" algn="l">
              <a:lnSpc>
                <a:spcPct val="100000"/>
              </a:lnSpc>
              <a:spcBef>
                <a:spcPts val="0"/>
              </a:spcBef>
              <a:spcAft>
                <a:spcPts val="0"/>
              </a:spcAft>
              <a:buSzPts val="900"/>
              <a:buNone/>
              <a:defRPr sz="1200"/>
            </a:lvl5pPr>
            <a:lvl6pPr lvl="5" algn="l">
              <a:lnSpc>
                <a:spcPct val="100000"/>
              </a:lnSpc>
              <a:spcBef>
                <a:spcPts val="0"/>
              </a:spcBef>
              <a:spcAft>
                <a:spcPts val="0"/>
              </a:spcAft>
              <a:buSzPts val="900"/>
              <a:buNone/>
              <a:defRPr sz="1200"/>
            </a:lvl6pPr>
            <a:lvl7pPr lvl="6" algn="l">
              <a:lnSpc>
                <a:spcPct val="100000"/>
              </a:lnSpc>
              <a:spcBef>
                <a:spcPts val="0"/>
              </a:spcBef>
              <a:spcAft>
                <a:spcPts val="0"/>
              </a:spcAft>
              <a:buSzPts val="900"/>
              <a:buNone/>
              <a:defRPr sz="1200"/>
            </a:lvl7pPr>
            <a:lvl8pPr lvl="7" algn="l">
              <a:lnSpc>
                <a:spcPct val="100000"/>
              </a:lnSpc>
              <a:spcBef>
                <a:spcPts val="0"/>
              </a:spcBef>
              <a:spcAft>
                <a:spcPts val="0"/>
              </a:spcAft>
              <a:buSzPts val="900"/>
              <a:buNone/>
              <a:defRPr sz="1200"/>
            </a:lvl8pPr>
            <a:lvl9pPr lvl="8" algn="l">
              <a:lnSpc>
                <a:spcPct val="100000"/>
              </a:lnSpc>
              <a:spcBef>
                <a:spcPts val="0"/>
              </a:spcBef>
              <a:spcAft>
                <a:spcPts val="0"/>
              </a:spcAft>
              <a:buSzPts val="900"/>
              <a:buNone/>
              <a:defRPr sz="1200"/>
            </a:lvl9pPr>
          </a:lstStyle>
          <a:p>
            <a:endParaRPr dirty="0"/>
          </a:p>
        </p:txBody>
      </p:sp>
      <p:sp>
        <p:nvSpPr>
          <p:cNvPr id="40" name="Google Shape;40;p34"/>
          <p:cNvSpPr txBox="1">
            <a:spLocks noGrp="1"/>
          </p:cNvSpPr>
          <p:nvPr>
            <p:ph type="ctrTitle" idx="20"/>
          </p:nvPr>
        </p:nvSpPr>
        <p:spPr>
          <a:xfrm>
            <a:off x="9082077" y="5081804"/>
            <a:ext cx="2632400" cy="7704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1400"/>
              <a:buNone/>
              <a:defRPr sz="1867"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1400"/>
              <a:buNone/>
              <a:defRPr sz="1867"/>
            </a:lvl2pPr>
            <a:lvl3pPr lvl="2" algn="l">
              <a:lnSpc>
                <a:spcPct val="100000"/>
              </a:lnSpc>
              <a:spcBef>
                <a:spcPts val="0"/>
              </a:spcBef>
              <a:spcAft>
                <a:spcPts val="0"/>
              </a:spcAft>
              <a:buSzPts val="1400"/>
              <a:buNone/>
              <a:defRPr sz="1867"/>
            </a:lvl3pPr>
            <a:lvl4pPr lvl="3" algn="l">
              <a:lnSpc>
                <a:spcPct val="100000"/>
              </a:lnSpc>
              <a:spcBef>
                <a:spcPts val="0"/>
              </a:spcBef>
              <a:spcAft>
                <a:spcPts val="0"/>
              </a:spcAft>
              <a:buSzPts val="1400"/>
              <a:buNone/>
              <a:defRPr sz="1867"/>
            </a:lvl4pPr>
            <a:lvl5pPr lvl="4" algn="l">
              <a:lnSpc>
                <a:spcPct val="100000"/>
              </a:lnSpc>
              <a:spcBef>
                <a:spcPts val="0"/>
              </a:spcBef>
              <a:spcAft>
                <a:spcPts val="0"/>
              </a:spcAft>
              <a:buSzPts val="1400"/>
              <a:buNone/>
              <a:defRPr sz="1867"/>
            </a:lvl5pPr>
            <a:lvl6pPr lvl="5" algn="l">
              <a:lnSpc>
                <a:spcPct val="100000"/>
              </a:lnSpc>
              <a:spcBef>
                <a:spcPts val="0"/>
              </a:spcBef>
              <a:spcAft>
                <a:spcPts val="0"/>
              </a:spcAft>
              <a:buSzPts val="1400"/>
              <a:buNone/>
              <a:defRPr sz="1867"/>
            </a:lvl6pPr>
            <a:lvl7pPr lvl="6" algn="l">
              <a:lnSpc>
                <a:spcPct val="100000"/>
              </a:lnSpc>
              <a:spcBef>
                <a:spcPts val="0"/>
              </a:spcBef>
              <a:spcAft>
                <a:spcPts val="0"/>
              </a:spcAft>
              <a:buSzPts val="1400"/>
              <a:buNone/>
              <a:defRPr sz="1867"/>
            </a:lvl7pPr>
            <a:lvl8pPr lvl="7" algn="l">
              <a:lnSpc>
                <a:spcPct val="100000"/>
              </a:lnSpc>
              <a:spcBef>
                <a:spcPts val="0"/>
              </a:spcBef>
              <a:spcAft>
                <a:spcPts val="0"/>
              </a:spcAft>
              <a:buSzPts val="1400"/>
              <a:buNone/>
              <a:defRPr sz="1867"/>
            </a:lvl8pPr>
            <a:lvl9pPr lvl="8" algn="l">
              <a:lnSpc>
                <a:spcPct val="100000"/>
              </a:lnSpc>
              <a:spcBef>
                <a:spcPts val="0"/>
              </a:spcBef>
              <a:spcAft>
                <a:spcPts val="0"/>
              </a:spcAft>
              <a:buSzPts val="1400"/>
              <a:buNone/>
              <a:defRPr sz="1867"/>
            </a:lvl9pPr>
          </a:lstStyle>
          <a:p>
            <a:endParaRPr dirty="0"/>
          </a:p>
        </p:txBody>
      </p:sp>
      <p:sp>
        <p:nvSpPr>
          <p:cNvPr id="41" name="Google Shape;41;p34"/>
          <p:cNvSpPr txBox="1">
            <a:spLocks noGrp="1"/>
          </p:cNvSpPr>
          <p:nvPr>
            <p:ph type="subTitle" idx="21"/>
          </p:nvPr>
        </p:nvSpPr>
        <p:spPr>
          <a:xfrm>
            <a:off x="9082077" y="5586631"/>
            <a:ext cx="2232400" cy="7632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900"/>
              <a:buNone/>
              <a:defRPr>
                <a:latin typeface="FS PF BeauSans Pro" panose="02000500000000020004" pitchFamily="50" charset="0"/>
                <a:ea typeface="FS PF BeauSans Pro" panose="02000500000000020004" pitchFamily="50" charset="0"/>
                <a:cs typeface="Arial"/>
                <a:sym typeface="Arial"/>
              </a:defRPr>
            </a:lvl1pPr>
            <a:lvl2pPr lvl="1" algn="l">
              <a:lnSpc>
                <a:spcPct val="100000"/>
              </a:lnSpc>
              <a:spcBef>
                <a:spcPts val="0"/>
              </a:spcBef>
              <a:spcAft>
                <a:spcPts val="0"/>
              </a:spcAft>
              <a:buSzPts val="900"/>
              <a:buNone/>
              <a:defRPr sz="1200"/>
            </a:lvl2pPr>
            <a:lvl3pPr lvl="2" algn="l">
              <a:lnSpc>
                <a:spcPct val="100000"/>
              </a:lnSpc>
              <a:spcBef>
                <a:spcPts val="0"/>
              </a:spcBef>
              <a:spcAft>
                <a:spcPts val="0"/>
              </a:spcAft>
              <a:buSzPts val="900"/>
              <a:buNone/>
              <a:defRPr sz="1200"/>
            </a:lvl3pPr>
            <a:lvl4pPr lvl="3" algn="l">
              <a:lnSpc>
                <a:spcPct val="100000"/>
              </a:lnSpc>
              <a:spcBef>
                <a:spcPts val="0"/>
              </a:spcBef>
              <a:spcAft>
                <a:spcPts val="0"/>
              </a:spcAft>
              <a:buSzPts val="900"/>
              <a:buNone/>
              <a:defRPr sz="1200"/>
            </a:lvl4pPr>
            <a:lvl5pPr lvl="4" algn="l">
              <a:lnSpc>
                <a:spcPct val="100000"/>
              </a:lnSpc>
              <a:spcBef>
                <a:spcPts val="0"/>
              </a:spcBef>
              <a:spcAft>
                <a:spcPts val="0"/>
              </a:spcAft>
              <a:buSzPts val="900"/>
              <a:buNone/>
              <a:defRPr sz="1200"/>
            </a:lvl5pPr>
            <a:lvl6pPr lvl="5" algn="l">
              <a:lnSpc>
                <a:spcPct val="100000"/>
              </a:lnSpc>
              <a:spcBef>
                <a:spcPts val="0"/>
              </a:spcBef>
              <a:spcAft>
                <a:spcPts val="0"/>
              </a:spcAft>
              <a:buSzPts val="900"/>
              <a:buNone/>
              <a:defRPr sz="1200"/>
            </a:lvl6pPr>
            <a:lvl7pPr lvl="6" algn="l">
              <a:lnSpc>
                <a:spcPct val="100000"/>
              </a:lnSpc>
              <a:spcBef>
                <a:spcPts val="0"/>
              </a:spcBef>
              <a:spcAft>
                <a:spcPts val="0"/>
              </a:spcAft>
              <a:buSzPts val="900"/>
              <a:buNone/>
              <a:defRPr sz="1200"/>
            </a:lvl7pPr>
            <a:lvl8pPr lvl="7" algn="l">
              <a:lnSpc>
                <a:spcPct val="100000"/>
              </a:lnSpc>
              <a:spcBef>
                <a:spcPts val="0"/>
              </a:spcBef>
              <a:spcAft>
                <a:spcPts val="0"/>
              </a:spcAft>
              <a:buSzPts val="900"/>
              <a:buNone/>
              <a:defRPr sz="1200"/>
            </a:lvl8pPr>
            <a:lvl9pPr lvl="8" algn="l">
              <a:lnSpc>
                <a:spcPct val="100000"/>
              </a:lnSpc>
              <a:spcBef>
                <a:spcPts val="0"/>
              </a:spcBef>
              <a:spcAft>
                <a:spcPts val="0"/>
              </a:spcAft>
              <a:buSzPts val="900"/>
              <a:buNone/>
              <a:defRPr sz="1200"/>
            </a:lvl9pPr>
          </a:lstStyle>
          <a:p>
            <a:endParaRPr dirty="0"/>
          </a:p>
        </p:txBody>
      </p:sp>
      <p:sp>
        <p:nvSpPr>
          <p:cNvPr id="42" name="Google Shape;42;p34"/>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lvl="0" indent="0" algn="ctr">
              <a:spcBef>
                <a:spcPts val="0"/>
              </a:spcBef>
              <a:buNone/>
              <a:defRPr>
                <a:solidFill>
                  <a:schemeClr val="bg1"/>
                </a:solidFill>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fld id="{00000000-1234-1234-1234-123412341234}"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hree columns 1">
  <p:cSld name="CUSTOM_23">
    <p:spTree>
      <p:nvGrpSpPr>
        <p:cNvPr id="1" name="Shape 43"/>
        <p:cNvGrpSpPr/>
        <p:nvPr/>
      </p:nvGrpSpPr>
      <p:grpSpPr>
        <a:xfrm>
          <a:off x="0" y="0"/>
          <a:ext cx="0" cy="0"/>
          <a:chOff x="0" y="0"/>
          <a:chExt cx="0" cy="0"/>
        </a:xfrm>
      </p:grpSpPr>
      <p:sp>
        <p:nvSpPr>
          <p:cNvPr id="44" name="Google Shape;44;p35"/>
          <p:cNvSpPr txBox="1">
            <a:spLocks noGrp="1"/>
          </p:cNvSpPr>
          <p:nvPr>
            <p:ph type="ctrTitle"/>
          </p:nvPr>
        </p:nvSpPr>
        <p:spPr>
          <a:xfrm>
            <a:off x="2619801" y="470467"/>
            <a:ext cx="6952400" cy="727397"/>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400"/>
              <a:buNone/>
              <a:defRPr sz="4000" b="1">
                <a:solidFill>
                  <a:srgbClr val="EE0033"/>
                </a:solidFill>
                <a:latin typeface="FS PF BeauSans Pro" panose="02000500000000020004" pitchFamily="50" charset="0"/>
                <a:ea typeface="Roboto"/>
                <a:cs typeface="Roboto"/>
                <a:sym typeface="Roboto"/>
              </a:defRPr>
            </a:lvl1pPr>
            <a:lvl2pPr lvl="1" algn="r">
              <a:lnSpc>
                <a:spcPct val="100000"/>
              </a:lnSpc>
              <a:spcBef>
                <a:spcPts val="0"/>
              </a:spcBef>
              <a:spcAft>
                <a:spcPts val="0"/>
              </a:spcAft>
              <a:buClr>
                <a:schemeClr val="hlink"/>
              </a:buClr>
              <a:buSzPts val="2400"/>
              <a:buNone/>
              <a:defRPr sz="3200">
                <a:solidFill>
                  <a:schemeClr val="hlink"/>
                </a:solidFill>
              </a:defRPr>
            </a:lvl2pPr>
            <a:lvl3pPr lvl="2" algn="r">
              <a:lnSpc>
                <a:spcPct val="100000"/>
              </a:lnSpc>
              <a:spcBef>
                <a:spcPts val="0"/>
              </a:spcBef>
              <a:spcAft>
                <a:spcPts val="0"/>
              </a:spcAft>
              <a:buClr>
                <a:schemeClr val="hlink"/>
              </a:buClr>
              <a:buSzPts val="2400"/>
              <a:buNone/>
              <a:defRPr sz="3200">
                <a:solidFill>
                  <a:schemeClr val="hlink"/>
                </a:solidFill>
              </a:defRPr>
            </a:lvl3pPr>
            <a:lvl4pPr lvl="3" algn="r">
              <a:lnSpc>
                <a:spcPct val="100000"/>
              </a:lnSpc>
              <a:spcBef>
                <a:spcPts val="0"/>
              </a:spcBef>
              <a:spcAft>
                <a:spcPts val="0"/>
              </a:spcAft>
              <a:buClr>
                <a:schemeClr val="hlink"/>
              </a:buClr>
              <a:buSzPts val="2400"/>
              <a:buNone/>
              <a:defRPr sz="3200">
                <a:solidFill>
                  <a:schemeClr val="hlink"/>
                </a:solidFill>
              </a:defRPr>
            </a:lvl4pPr>
            <a:lvl5pPr lvl="4" algn="r">
              <a:lnSpc>
                <a:spcPct val="100000"/>
              </a:lnSpc>
              <a:spcBef>
                <a:spcPts val="0"/>
              </a:spcBef>
              <a:spcAft>
                <a:spcPts val="0"/>
              </a:spcAft>
              <a:buClr>
                <a:schemeClr val="hlink"/>
              </a:buClr>
              <a:buSzPts val="2400"/>
              <a:buNone/>
              <a:defRPr sz="3200">
                <a:solidFill>
                  <a:schemeClr val="hlink"/>
                </a:solidFill>
              </a:defRPr>
            </a:lvl5pPr>
            <a:lvl6pPr lvl="5" algn="r">
              <a:lnSpc>
                <a:spcPct val="100000"/>
              </a:lnSpc>
              <a:spcBef>
                <a:spcPts val="0"/>
              </a:spcBef>
              <a:spcAft>
                <a:spcPts val="0"/>
              </a:spcAft>
              <a:buClr>
                <a:schemeClr val="hlink"/>
              </a:buClr>
              <a:buSzPts val="2400"/>
              <a:buNone/>
              <a:defRPr sz="3200">
                <a:solidFill>
                  <a:schemeClr val="hlink"/>
                </a:solidFill>
              </a:defRPr>
            </a:lvl6pPr>
            <a:lvl7pPr lvl="6" algn="r">
              <a:lnSpc>
                <a:spcPct val="100000"/>
              </a:lnSpc>
              <a:spcBef>
                <a:spcPts val="0"/>
              </a:spcBef>
              <a:spcAft>
                <a:spcPts val="0"/>
              </a:spcAft>
              <a:buClr>
                <a:schemeClr val="hlink"/>
              </a:buClr>
              <a:buSzPts val="2400"/>
              <a:buNone/>
              <a:defRPr sz="3200">
                <a:solidFill>
                  <a:schemeClr val="hlink"/>
                </a:solidFill>
              </a:defRPr>
            </a:lvl7pPr>
            <a:lvl8pPr lvl="7" algn="r">
              <a:lnSpc>
                <a:spcPct val="100000"/>
              </a:lnSpc>
              <a:spcBef>
                <a:spcPts val="0"/>
              </a:spcBef>
              <a:spcAft>
                <a:spcPts val="0"/>
              </a:spcAft>
              <a:buClr>
                <a:schemeClr val="hlink"/>
              </a:buClr>
              <a:buSzPts val="2400"/>
              <a:buNone/>
              <a:defRPr sz="3200">
                <a:solidFill>
                  <a:schemeClr val="hlink"/>
                </a:solidFill>
              </a:defRPr>
            </a:lvl8pPr>
            <a:lvl9pPr lvl="8" algn="r">
              <a:lnSpc>
                <a:spcPct val="100000"/>
              </a:lnSpc>
              <a:spcBef>
                <a:spcPts val="0"/>
              </a:spcBef>
              <a:spcAft>
                <a:spcPts val="0"/>
              </a:spcAft>
              <a:buClr>
                <a:schemeClr val="hlink"/>
              </a:buClr>
              <a:buSzPts val="2400"/>
              <a:buNone/>
              <a:defRPr sz="3200">
                <a:solidFill>
                  <a:schemeClr val="hlink"/>
                </a:solidFill>
              </a:defRPr>
            </a:lvl9pPr>
          </a:lstStyle>
          <a:p>
            <a:endParaRPr dirty="0"/>
          </a:p>
        </p:txBody>
      </p:sp>
      <p:sp>
        <p:nvSpPr>
          <p:cNvPr id="45" name="Google Shape;45;p35"/>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lvl="0" indent="0" algn="ctr">
              <a:spcBef>
                <a:spcPts val="0"/>
              </a:spcBef>
              <a:buNone/>
              <a:defRPr/>
            </a:lvl1pPr>
            <a:lvl2pPr marL="0" lvl="1" indent="0" algn="ctr">
              <a:spcBef>
                <a:spcPts val="0"/>
              </a:spcBef>
              <a:buNone/>
              <a:defRPr/>
            </a:lvl2pPr>
            <a:lvl3pPr marL="0" lvl="2" indent="0" algn="ctr">
              <a:spcBef>
                <a:spcPts val="0"/>
              </a:spcBef>
              <a:buNone/>
              <a:defRPr/>
            </a:lvl3pPr>
            <a:lvl4pPr marL="0" lvl="3" indent="0" algn="ctr">
              <a:spcBef>
                <a:spcPts val="0"/>
              </a:spcBef>
              <a:buNone/>
              <a:defRPr/>
            </a:lvl4pPr>
            <a:lvl5pPr marL="0" lvl="4" indent="0" algn="ctr">
              <a:spcBef>
                <a:spcPts val="0"/>
              </a:spcBef>
              <a:buNone/>
              <a:defRPr/>
            </a:lvl5pPr>
            <a:lvl6pPr marL="0" lvl="5" indent="0" algn="ctr">
              <a:spcBef>
                <a:spcPts val="0"/>
              </a:spcBef>
              <a:buNone/>
              <a:defRPr/>
            </a:lvl6pPr>
            <a:lvl7pPr marL="0" lvl="6" indent="0" algn="ctr">
              <a:spcBef>
                <a:spcPts val="0"/>
              </a:spcBef>
              <a:buNone/>
              <a:defRPr/>
            </a:lvl7pPr>
            <a:lvl8pPr marL="0" lvl="7" indent="0" algn="ctr">
              <a:spcBef>
                <a:spcPts val="0"/>
              </a:spcBef>
              <a:buNone/>
              <a:defRPr/>
            </a:lvl8pPr>
            <a:lvl9pPr marL="0" lvl="8" indent="0" algn="ctr">
              <a:spcBef>
                <a:spcPts val="0"/>
              </a:spcBef>
              <a:buNone/>
              <a:defRPr/>
            </a:lvl9pPr>
          </a:lstStyle>
          <a:p>
            <a:pPr marL="0" lvl="0" indent="0" algn="ctr" rtl="0">
              <a:spcBef>
                <a:spcPts val="0"/>
              </a:spcBef>
              <a:spcAft>
                <a:spcPts val="0"/>
              </a:spcAft>
              <a:buNone/>
            </a:pPr>
            <a:fld id="{00000000-1234-1234-1234-123412341234}" type="slidenum">
              <a:rPr lang="en-US"/>
              <a:t>‹#›</a:t>
            </a:fld>
            <a:endParaRPr dirty="0"/>
          </a:p>
        </p:txBody>
      </p:sp>
      <p:sp>
        <p:nvSpPr>
          <p:cNvPr id="46" name="Google Shape;46;p35"/>
          <p:cNvSpPr txBox="1">
            <a:spLocks noGrp="1"/>
          </p:cNvSpPr>
          <p:nvPr>
            <p:ph type="body" idx="1"/>
          </p:nvPr>
        </p:nvSpPr>
        <p:spPr>
          <a:xfrm>
            <a:off x="850392" y="1435608"/>
            <a:ext cx="10570464" cy="4553712"/>
          </a:xfrm>
          <a:prstGeom prst="rect">
            <a:avLst/>
          </a:prstGeom>
          <a:noFill/>
          <a:ln>
            <a:noFill/>
          </a:ln>
        </p:spPr>
        <p:txBody>
          <a:bodyPr spcFirstLastPara="1" wrap="square" lIns="91425" tIns="91425" rIns="91425" bIns="91425" anchor="t" anchorCtr="0">
            <a:noAutofit/>
          </a:bodyPr>
          <a:lstStyle>
            <a:lvl1pPr marL="457200" lvl="0" indent="-381000" algn="l">
              <a:lnSpc>
                <a:spcPct val="115000"/>
              </a:lnSpc>
              <a:spcBef>
                <a:spcPts val="0"/>
              </a:spcBef>
              <a:spcAft>
                <a:spcPts val="0"/>
              </a:spcAft>
              <a:buSzPts val="2400"/>
              <a:buChar char="●"/>
              <a:defRPr sz="2400">
                <a:latin typeface="FS PF BeauSans Pro" panose="02000500000000020004" pitchFamily="50" charset="0"/>
                <a:ea typeface="Roboto"/>
                <a:cs typeface="Roboto"/>
                <a:sym typeface="Roboto"/>
              </a:defRPr>
            </a:lvl1pPr>
            <a:lvl2pPr marL="914400" lvl="1" indent="-381000" algn="l">
              <a:lnSpc>
                <a:spcPct val="115000"/>
              </a:lnSpc>
              <a:spcBef>
                <a:spcPts val="1600"/>
              </a:spcBef>
              <a:spcAft>
                <a:spcPts val="0"/>
              </a:spcAft>
              <a:buSzPts val="2400"/>
              <a:buChar char="○"/>
              <a:defRPr sz="2400">
                <a:latin typeface="Roboto"/>
                <a:ea typeface="Roboto"/>
                <a:cs typeface="Roboto"/>
                <a:sym typeface="Roboto"/>
              </a:defRPr>
            </a:lvl2pPr>
            <a:lvl3pPr marL="1371600" lvl="2" indent="-381000" algn="l">
              <a:lnSpc>
                <a:spcPct val="115000"/>
              </a:lnSpc>
              <a:spcBef>
                <a:spcPts val="1600"/>
              </a:spcBef>
              <a:spcAft>
                <a:spcPts val="0"/>
              </a:spcAft>
              <a:buSzPts val="2400"/>
              <a:buChar char="■"/>
              <a:defRPr sz="2400">
                <a:latin typeface="Roboto"/>
                <a:ea typeface="Roboto"/>
                <a:cs typeface="Roboto"/>
                <a:sym typeface="Roboto"/>
              </a:defRPr>
            </a:lvl3pPr>
            <a:lvl4pPr marL="1828800" lvl="3" indent="-304800" algn="l">
              <a:lnSpc>
                <a:spcPct val="115000"/>
              </a:lnSpc>
              <a:spcBef>
                <a:spcPts val="1600"/>
              </a:spcBef>
              <a:spcAft>
                <a:spcPts val="0"/>
              </a:spcAft>
              <a:buSzPts val="1200"/>
              <a:buChar char="●"/>
              <a:defRPr sz="2400">
                <a:latin typeface="Roboto"/>
                <a:ea typeface="Roboto"/>
                <a:cs typeface="Roboto"/>
                <a:sym typeface="Roboto"/>
              </a:defRPr>
            </a:lvl4pPr>
            <a:lvl5pPr marL="2286000" lvl="4" indent="-304800" algn="l">
              <a:lnSpc>
                <a:spcPct val="115000"/>
              </a:lnSpc>
              <a:spcBef>
                <a:spcPts val="1600"/>
              </a:spcBef>
              <a:spcAft>
                <a:spcPts val="0"/>
              </a:spcAft>
              <a:buSzPts val="1200"/>
              <a:buChar char="○"/>
              <a:defRPr sz="2400">
                <a:latin typeface="Roboto"/>
                <a:ea typeface="Roboto"/>
                <a:cs typeface="Roboto"/>
                <a:sym typeface="Roboto"/>
              </a:defRPr>
            </a:lvl5pPr>
            <a:lvl6pPr marL="2743200" lvl="5" indent="-304800" algn="l">
              <a:lnSpc>
                <a:spcPct val="115000"/>
              </a:lnSpc>
              <a:spcBef>
                <a:spcPts val="1600"/>
              </a:spcBef>
              <a:spcAft>
                <a:spcPts val="0"/>
              </a:spcAft>
              <a:buSzPts val="1200"/>
              <a:buChar char="■"/>
              <a:defRPr/>
            </a:lvl6pPr>
            <a:lvl7pPr marL="3200400" lvl="6" indent="-304800" algn="l">
              <a:lnSpc>
                <a:spcPct val="115000"/>
              </a:lnSpc>
              <a:spcBef>
                <a:spcPts val="1600"/>
              </a:spcBef>
              <a:spcAft>
                <a:spcPts val="0"/>
              </a:spcAft>
              <a:buSzPts val="1200"/>
              <a:buChar char="●"/>
              <a:defRPr/>
            </a:lvl7pPr>
            <a:lvl8pPr marL="3657600" lvl="7" indent="-304800" algn="l">
              <a:lnSpc>
                <a:spcPct val="115000"/>
              </a:lnSpc>
              <a:spcBef>
                <a:spcPts val="1600"/>
              </a:spcBef>
              <a:spcAft>
                <a:spcPts val="0"/>
              </a:spcAft>
              <a:buSzPts val="1200"/>
              <a:buChar char="○"/>
              <a:defRPr/>
            </a:lvl8pPr>
            <a:lvl9pPr marL="4114800" lvl="8" indent="-304800" algn="l">
              <a:lnSpc>
                <a:spcPct val="115000"/>
              </a:lnSpc>
              <a:spcBef>
                <a:spcPts val="1600"/>
              </a:spcBef>
              <a:spcAft>
                <a:spcPts val="1600"/>
              </a:spcAft>
              <a:buSzPts val="1200"/>
              <a:buChar char="■"/>
              <a:defRPr/>
            </a:lvl9pPr>
          </a:lstStyle>
          <a:p>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hanks">
  <p:cSld name="CUSTOM_10">
    <p:spTree>
      <p:nvGrpSpPr>
        <p:cNvPr id="1" name="Shape 47"/>
        <p:cNvGrpSpPr/>
        <p:nvPr/>
      </p:nvGrpSpPr>
      <p:grpSpPr>
        <a:xfrm>
          <a:off x="0" y="0"/>
          <a:ext cx="0" cy="0"/>
          <a:chOff x="0" y="0"/>
          <a:chExt cx="0" cy="0"/>
        </a:xfrm>
      </p:grpSpPr>
      <p:sp>
        <p:nvSpPr>
          <p:cNvPr id="48" name="Google Shape;48;p36"/>
          <p:cNvSpPr txBox="1">
            <a:spLocks noGrp="1"/>
          </p:cNvSpPr>
          <p:nvPr>
            <p:ph type="ctrTitle"/>
          </p:nvPr>
        </p:nvSpPr>
        <p:spPr>
          <a:xfrm flipH="1">
            <a:off x="2632200" y="1548000"/>
            <a:ext cx="6927600" cy="18204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Clr>
                <a:srgbClr val="000000"/>
              </a:buClr>
              <a:buSzPts val="4800"/>
              <a:buNone/>
              <a:defRPr sz="6400" b="0">
                <a:solidFill>
                  <a:srgbClr val="EE0033"/>
                </a:solidFill>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Clr>
                <a:schemeClr val="lt1"/>
              </a:buClr>
              <a:buSzPts val="4800"/>
              <a:buNone/>
              <a:defRPr sz="6400">
                <a:solidFill>
                  <a:schemeClr val="lt1"/>
                </a:solidFill>
              </a:defRPr>
            </a:lvl2pPr>
            <a:lvl3pPr lvl="2" algn="ctr">
              <a:lnSpc>
                <a:spcPct val="100000"/>
              </a:lnSpc>
              <a:spcBef>
                <a:spcPts val="0"/>
              </a:spcBef>
              <a:spcAft>
                <a:spcPts val="0"/>
              </a:spcAft>
              <a:buClr>
                <a:schemeClr val="lt1"/>
              </a:buClr>
              <a:buSzPts val="4800"/>
              <a:buNone/>
              <a:defRPr sz="6400">
                <a:solidFill>
                  <a:schemeClr val="lt1"/>
                </a:solidFill>
              </a:defRPr>
            </a:lvl3pPr>
            <a:lvl4pPr lvl="3" algn="ctr">
              <a:lnSpc>
                <a:spcPct val="100000"/>
              </a:lnSpc>
              <a:spcBef>
                <a:spcPts val="0"/>
              </a:spcBef>
              <a:spcAft>
                <a:spcPts val="0"/>
              </a:spcAft>
              <a:buClr>
                <a:schemeClr val="lt1"/>
              </a:buClr>
              <a:buSzPts val="4800"/>
              <a:buNone/>
              <a:defRPr sz="6400">
                <a:solidFill>
                  <a:schemeClr val="lt1"/>
                </a:solidFill>
              </a:defRPr>
            </a:lvl4pPr>
            <a:lvl5pPr lvl="4" algn="ctr">
              <a:lnSpc>
                <a:spcPct val="100000"/>
              </a:lnSpc>
              <a:spcBef>
                <a:spcPts val="0"/>
              </a:spcBef>
              <a:spcAft>
                <a:spcPts val="0"/>
              </a:spcAft>
              <a:buClr>
                <a:schemeClr val="lt1"/>
              </a:buClr>
              <a:buSzPts val="4800"/>
              <a:buNone/>
              <a:defRPr sz="6400">
                <a:solidFill>
                  <a:schemeClr val="lt1"/>
                </a:solidFill>
              </a:defRPr>
            </a:lvl5pPr>
            <a:lvl6pPr lvl="5" algn="ctr">
              <a:lnSpc>
                <a:spcPct val="100000"/>
              </a:lnSpc>
              <a:spcBef>
                <a:spcPts val="0"/>
              </a:spcBef>
              <a:spcAft>
                <a:spcPts val="0"/>
              </a:spcAft>
              <a:buClr>
                <a:schemeClr val="lt1"/>
              </a:buClr>
              <a:buSzPts val="4800"/>
              <a:buNone/>
              <a:defRPr sz="6400">
                <a:solidFill>
                  <a:schemeClr val="lt1"/>
                </a:solidFill>
              </a:defRPr>
            </a:lvl6pPr>
            <a:lvl7pPr lvl="6" algn="ctr">
              <a:lnSpc>
                <a:spcPct val="100000"/>
              </a:lnSpc>
              <a:spcBef>
                <a:spcPts val="0"/>
              </a:spcBef>
              <a:spcAft>
                <a:spcPts val="0"/>
              </a:spcAft>
              <a:buClr>
                <a:schemeClr val="lt1"/>
              </a:buClr>
              <a:buSzPts val="4800"/>
              <a:buNone/>
              <a:defRPr sz="6400">
                <a:solidFill>
                  <a:schemeClr val="lt1"/>
                </a:solidFill>
              </a:defRPr>
            </a:lvl7pPr>
            <a:lvl8pPr lvl="7" algn="ctr">
              <a:lnSpc>
                <a:spcPct val="100000"/>
              </a:lnSpc>
              <a:spcBef>
                <a:spcPts val="0"/>
              </a:spcBef>
              <a:spcAft>
                <a:spcPts val="0"/>
              </a:spcAft>
              <a:buClr>
                <a:schemeClr val="lt1"/>
              </a:buClr>
              <a:buSzPts val="4800"/>
              <a:buNone/>
              <a:defRPr sz="6400">
                <a:solidFill>
                  <a:schemeClr val="lt1"/>
                </a:solidFill>
              </a:defRPr>
            </a:lvl8pPr>
            <a:lvl9pPr lvl="8" algn="ctr">
              <a:lnSpc>
                <a:spcPct val="100000"/>
              </a:lnSpc>
              <a:spcBef>
                <a:spcPts val="0"/>
              </a:spcBef>
              <a:spcAft>
                <a:spcPts val="0"/>
              </a:spcAft>
              <a:buClr>
                <a:schemeClr val="lt1"/>
              </a:buClr>
              <a:buSzPts val="4800"/>
              <a:buNone/>
              <a:defRPr sz="6400">
                <a:solidFill>
                  <a:schemeClr val="lt1"/>
                </a:solidFill>
              </a:defRPr>
            </a:lvl9pPr>
          </a:lstStyle>
          <a:p>
            <a:endParaRPr dirty="0"/>
          </a:p>
        </p:txBody>
      </p:sp>
      <p:sp>
        <p:nvSpPr>
          <p:cNvPr id="49" name="Google Shape;49;p36"/>
          <p:cNvSpPr txBox="1">
            <a:spLocks noGrp="1"/>
          </p:cNvSpPr>
          <p:nvPr>
            <p:ph type="subTitle" idx="1"/>
          </p:nvPr>
        </p:nvSpPr>
        <p:spPr>
          <a:xfrm>
            <a:off x="2870000" y="3326467"/>
            <a:ext cx="6452000" cy="13376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1200"/>
              <a:buNone/>
              <a:defRPr sz="1867">
                <a:latin typeface="FS PF BeauSans Pro" panose="02000500000000020004" pitchFamily="50" charset="0"/>
                <a:ea typeface="FS PF BeauSans Pro" panose="02000500000000020004" pitchFamily="50" charset="0"/>
                <a:cs typeface="Arial"/>
                <a:sym typeface="Arial"/>
              </a:defRPr>
            </a:lvl1pPr>
            <a:lvl2pPr lvl="1" algn="ctr">
              <a:lnSpc>
                <a:spcPct val="100000"/>
              </a:lnSpc>
              <a:spcBef>
                <a:spcPts val="0"/>
              </a:spcBef>
              <a:spcAft>
                <a:spcPts val="0"/>
              </a:spcAft>
              <a:buSzPts val="1200"/>
              <a:buNone/>
              <a:defRPr/>
            </a:lvl2pPr>
            <a:lvl3pPr lvl="2" algn="ctr">
              <a:lnSpc>
                <a:spcPct val="100000"/>
              </a:lnSpc>
              <a:spcBef>
                <a:spcPts val="0"/>
              </a:spcBef>
              <a:spcAft>
                <a:spcPts val="0"/>
              </a:spcAft>
              <a:buSzPts val="1200"/>
              <a:buNone/>
              <a:defRPr/>
            </a:lvl3pPr>
            <a:lvl4pPr lvl="3" algn="ctr">
              <a:lnSpc>
                <a:spcPct val="100000"/>
              </a:lnSpc>
              <a:spcBef>
                <a:spcPts val="0"/>
              </a:spcBef>
              <a:spcAft>
                <a:spcPts val="0"/>
              </a:spcAft>
              <a:buSzPts val="1200"/>
              <a:buNone/>
              <a:defRPr/>
            </a:lvl4pPr>
            <a:lvl5pPr lvl="4" algn="ctr">
              <a:lnSpc>
                <a:spcPct val="100000"/>
              </a:lnSpc>
              <a:spcBef>
                <a:spcPts val="0"/>
              </a:spcBef>
              <a:spcAft>
                <a:spcPts val="0"/>
              </a:spcAft>
              <a:buSzPts val="1200"/>
              <a:buNone/>
              <a:defRPr/>
            </a:lvl5pPr>
            <a:lvl6pPr lvl="5" algn="ctr">
              <a:lnSpc>
                <a:spcPct val="100000"/>
              </a:lnSpc>
              <a:spcBef>
                <a:spcPts val="0"/>
              </a:spcBef>
              <a:spcAft>
                <a:spcPts val="0"/>
              </a:spcAft>
              <a:buSzPts val="1200"/>
              <a:buNone/>
              <a:defRPr/>
            </a:lvl6pPr>
            <a:lvl7pPr lvl="6" algn="ctr">
              <a:lnSpc>
                <a:spcPct val="100000"/>
              </a:lnSpc>
              <a:spcBef>
                <a:spcPts val="0"/>
              </a:spcBef>
              <a:spcAft>
                <a:spcPts val="0"/>
              </a:spcAft>
              <a:buSzPts val="1200"/>
              <a:buNone/>
              <a:defRPr/>
            </a:lvl7pPr>
            <a:lvl8pPr lvl="7" algn="ctr">
              <a:lnSpc>
                <a:spcPct val="100000"/>
              </a:lnSpc>
              <a:spcBef>
                <a:spcPts val="0"/>
              </a:spcBef>
              <a:spcAft>
                <a:spcPts val="0"/>
              </a:spcAft>
              <a:buSzPts val="1200"/>
              <a:buNone/>
              <a:defRPr/>
            </a:lvl8pPr>
            <a:lvl9pPr lvl="8" algn="ctr">
              <a:lnSpc>
                <a:spcPct val="100000"/>
              </a:lnSpc>
              <a:spcBef>
                <a:spcPts val="0"/>
              </a:spcBef>
              <a:spcAft>
                <a:spcPts val="0"/>
              </a:spcAft>
              <a:buSzPts val="1200"/>
              <a:buNone/>
              <a:defRPr/>
            </a:lvl9pPr>
          </a:lstStyle>
          <a:p>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blipFill>
          <a:blip r:embed="rId6">
            <a:alphaModFix/>
          </a:blip>
          <a:stretch>
            <a:fillRect/>
          </a:stretch>
        </a:blipFill>
        <a:effectLst/>
      </p:bgPr>
    </p:bg>
    <p:spTree>
      <p:nvGrpSpPr>
        <p:cNvPr id="1" name="Shape 9"/>
        <p:cNvGrpSpPr/>
        <p:nvPr/>
      </p:nvGrpSpPr>
      <p:grpSpPr>
        <a:xfrm>
          <a:off x="0" y="0"/>
          <a:ext cx="0" cy="0"/>
          <a:chOff x="0" y="0"/>
          <a:chExt cx="0" cy="0"/>
        </a:xfrm>
      </p:grpSpPr>
      <p:pic>
        <p:nvPicPr>
          <p:cNvPr id="10" name="Google Shape;10;p32" descr="A red and black background&#10;&#10;Description automatically generated"/>
          <p:cNvPicPr preferRelativeResize="0"/>
          <p:nvPr/>
        </p:nvPicPr>
        <p:blipFill rotWithShape="1">
          <a:blip r:embed="rId7">
            <a:alphaModFix/>
          </a:blip>
          <a:srcRect/>
          <a:stretch/>
        </p:blipFill>
        <p:spPr>
          <a:xfrm>
            <a:off x="11177545" y="116750"/>
            <a:ext cx="490504" cy="593900"/>
          </a:xfrm>
          <a:prstGeom prst="rect">
            <a:avLst/>
          </a:prstGeom>
          <a:noFill/>
          <a:ln>
            <a:noFill/>
          </a:ln>
        </p:spPr>
      </p:pic>
      <p:sp>
        <p:nvSpPr>
          <p:cNvPr id="11" name="Google Shape;11;p32"/>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hlink"/>
              </a:buClr>
              <a:buSzPts val="2800"/>
              <a:buFont typeface="Exo 2"/>
              <a:buNone/>
              <a:defRPr sz="2800" b="1" i="0" u="none" strike="noStrike" cap="none">
                <a:solidFill>
                  <a:schemeClr val="hlink"/>
                </a:solidFill>
                <a:latin typeface="Exo 2"/>
                <a:ea typeface="Exo 2"/>
                <a:cs typeface="Exo 2"/>
                <a:sym typeface="Exo 2"/>
              </a:defRPr>
            </a:lvl1pPr>
            <a:lvl2pPr marR="0" lvl="1"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2pPr>
            <a:lvl3pPr marR="0" lvl="2"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3pPr>
            <a:lvl4pPr marR="0" lvl="3"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4pPr>
            <a:lvl5pPr marR="0" lvl="4"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5pPr>
            <a:lvl6pPr marR="0" lvl="5"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6pPr>
            <a:lvl7pPr marR="0" lvl="6"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7pPr>
            <a:lvl8pPr marR="0" lvl="7"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8pPr>
            <a:lvl9pPr marR="0" lvl="8" algn="l" rtl="0">
              <a:lnSpc>
                <a:spcPct val="100000"/>
              </a:lnSpc>
              <a:spcBef>
                <a:spcPts val="0"/>
              </a:spcBef>
              <a:spcAft>
                <a:spcPts val="0"/>
              </a:spcAft>
              <a:buClr>
                <a:schemeClr val="dk1"/>
              </a:buClr>
              <a:buSzPts val="2800"/>
              <a:buFont typeface="Exo 2"/>
              <a:buNone/>
              <a:defRPr sz="2800" b="0" i="0" u="none" strike="noStrike" cap="none">
                <a:solidFill>
                  <a:schemeClr val="dk1"/>
                </a:solidFill>
                <a:latin typeface="Exo 2"/>
                <a:ea typeface="Exo 2"/>
                <a:cs typeface="Exo 2"/>
                <a:sym typeface="Exo 2"/>
              </a:defRPr>
            </a:lvl9pPr>
          </a:lstStyle>
          <a:p>
            <a:endParaRPr/>
          </a:p>
        </p:txBody>
      </p:sp>
      <p:sp>
        <p:nvSpPr>
          <p:cNvPr id="12" name="Google Shape;12;p32"/>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marR="0" lvl="0" indent="-304800" algn="l" rtl="0">
              <a:lnSpc>
                <a:spcPct val="115000"/>
              </a:lnSpc>
              <a:spcBef>
                <a:spcPts val="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1pPr>
            <a:lvl2pPr marL="914400" marR="0" lvl="1"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2pPr>
            <a:lvl3pPr marL="1371600" marR="0" lvl="2"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3pPr>
            <a:lvl4pPr marL="1828800" marR="0" lvl="3"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4pPr>
            <a:lvl5pPr marL="2286000" marR="0" lvl="4"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5pPr>
            <a:lvl6pPr marL="2743200" marR="0" lvl="5"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6pPr>
            <a:lvl7pPr marL="3200400" marR="0" lvl="6"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7pPr>
            <a:lvl8pPr marL="3657600" marR="0" lvl="7" indent="-304800" algn="l" rtl="0">
              <a:lnSpc>
                <a:spcPct val="115000"/>
              </a:lnSpc>
              <a:spcBef>
                <a:spcPts val="1600"/>
              </a:spcBef>
              <a:spcAft>
                <a:spcPts val="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8pPr>
            <a:lvl9pPr marL="4114800" marR="0" lvl="8" indent="-304800" algn="l" rtl="0">
              <a:lnSpc>
                <a:spcPct val="115000"/>
              </a:lnSpc>
              <a:spcBef>
                <a:spcPts val="1600"/>
              </a:spcBef>
              <a:spcAft>
                <a:spcPts val="1600"/>
              </a:spcAft>
              <a:buClr>
                <a:schemeClr val="hlink"/>
              </a:buClr>
              <a:buSzPts val="1200"/>
              <a:buFont typeface="Roboto Condensed Light"/>
              <a:buChar char="■"/>
              <a:defRPr sz="1200" b="0" i="0" u="none" strike="noStrike" cap="none">
                <a:solidFill>
                  <a:schemeClr val="hlink"/>
                </a:solidFill>
                <a:latin typeface="Roboto Condensed Light"/>
                <a:ea typeface="Roboto Condensed Light"/>
                <a:cs typeface="Roboto Condensed Light"/>
                <a:sym typeface="Roboto Condensed Light"/>
              </a:defRPr>
            </a:lvl9pPr>
          </a:lstStyle>
          <a:p>
            <a:endParaRPr/>
          </a:p>
        </p:txBody>
      </p:sp>
      <p:pic>
        <p:nvPicPr>
          <p:cNvPr id="13" name="Google Shape;13;p32"/>
          <p:cNvPicPr preferRelativeResize="0"/>
          <p:nvPr/>
        </p:nvPicPr>
        <p:blipFill rotWithShape="1">
          <a:blip r:embed="rId8">
            <a:alphaModFix/>
          </a:blip>
          <a:srcRect/>
          <a:stretch/>
        </p:blipFill>
        <p:spPr>
          <a:xfrm>
            <a:off x="0" y="6137661"/>
            <a:ext cx="12192000" cy="720339"/>
          </a:xfrm>
          <a:prstGeom prst="rect">
            <a:avLst/>
          </a:prstGeom>
          <a:noFill/>
          <a:ln>
            <a:noFill/>
          </a:ln>
        </p:spPr>
      </p:pic>
      <p:pic>
        <p:nvPicPr>
          <p:cNvPr id="14" name="Google Shape;14;p32"/>
          <p:cNvPicPr preferRelativeResize="0"/>
          <p:nvPr/>
        </p:nvPicPr>
        <p:blipFill rotWithShape="1">
          <a:blip r:embed="rId9">
            <a:alphaModFix/>
          </a:blip>
          <a:srcRect/>
          <a:stretch/>
        </p:blipFill>
        <p:spPr>
          <a:xfrm>
            <a:off x="10332107" y="6349639"/>
            <a:ext cx="1300285" cy="286347"/>
          </a:xfrm>
          <a:prstGeom prst="rect">
            <a:avLst/>
          </a:prstGeom>
          <a:noFill/>
          <a:ln>
            <a:noFill/>
          </a:ln>
        </p:spPr>
      </p:pic>
      <p:sp>
        <p:nvSpPr>
          <p:cNvPr id="15" name="Google Shape;15;p32"/>
          <p:cNvSpPr txBox="1">
            <a:spLocks noGrp="1"/>
          </p:cNvSpPr>
          <p:nvPr>
            <p:ph type="dt" idx="10"/>
          </p:nvPr>
        </p:nvSpPr>
        <p:spPr>
          <a:xfrm>
            <a:off x="838200" y="6356351"/>
            <a:ext cx="2743200" cy="366183"/>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467" b="0" i="0" u="none" strike="noStrike" cap="none">
                <a:solidFill>
                  <a:srgbClr val="888888"/>
                </a:solidFill>
                <a:latin typeface="FS PF BeauSans Pro" panose="02000500000000020004" pitchFamily="50" charset="0"/>
                <a:ea typeface="FS PF BeauSans Pro" panose="02000500000000020004" pitchFamily="50" charset="0"/>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lang="vi-VN" dirty="0"/>
          </a:p>
        </p:txBody>
      </p:sp>
      <p:sp>
        <p:nvSpPr>
          <p:cNvPr id="16" name="Google Shape;16;p32"/>
          <p:cNvSpPr txBox="1">
            <a:spLocks noGrp="1"/>
          </p:cNvSpPr>
          <p:nvPr>
            <p:ph type="sldNum" idx="12"/>
          </p:nvPr>
        </p:nvSpPr>
        <p:spPr>
          <a:xfrm>
            <a:off x="11131827" y="176756"/>
            <a:ext cx="571880" cy="315753"/>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333" b="0" i="0" u="none" strike="noStrike" cap="none">
                <a:solidFill>
                  <a:schemeClr val="lt1"/>
                </a:solidFill>
                <a:latin typeface="Sarabun Light"/>
                <a:ea typeface="Sarabun Light"/>
                <a:cs typeface="Sarabun Light"/>
                <a:sym typeface="Sarabun Light"/>
              </a:defRPr>
            </a:lvl1pPr>
            <a:lvl2pPr marL="0" marR="0" lvl="1" indent="0" algn="ctr" rtl="0">
              <a:spcBef>
                <a:spcPts val="0"/>
              </a:spcBef>
              <a:buNone/>
              <a:defRPr sz="1333" b="0" i="0" u="none" strike="noStrike" cap="none">
                <a:solidFill>
                  <a:schemeClr val="lt1"/>
                </a:solidFill>
                <a:latin typeface="Sarabun Light"/>
                <a:ea typeface="Sarabun Light"/>
                <a:cs typeface="Sarabun Light"/>
                <a:sym typeface="Sarabun Light"/>
              </a:defRPr>
            </a:lvl2pPr>
            <a:lvl3pPr marL="0" marR="0" lvl="2" indent="0" algn="ctr" rtl="0">
              <a:spcBef>
                <a:spcPts val="0"/>
              </a:spcBef>
              <a:buNone/>
              <a:defRPr sz="1333" b="0" i="0" u="none" strike="noStrike" cap="none">
                <a:solidFill>
                  <a:schemeClr val="lt1"/>
                </a:solidFill>
                <a:latin typeface="Sarabun Light"/>
                <a:ea typeface="Sarabun Light"/>
                <a:cs typeface="Sarabun Light"/>
                <a:sym typeface="Sarabun Light"/>
              </a:defRPr>
            </a:lvl3pPr>
            <a:lvl4pPr marL="0" marR="0" lvl="3" indent="0" algn="ctr" rtl="0">
              <a:spcBef>
                <a:spcPts val="0"/>
              </a:spcBef>
              <a:buNone/>
              <a:defRPr sz="1333" b="0" i="0" u="none" strike="noStrike" cap="none">
                <a:solidFill>
                  <a:schemeClr val="lt1"/>
                </a:solidFill>
                <a:latin typeface="Sarabun Light"/>
                <a:ea typeface="Sarabun Light"/>
                <a:cs typeface="Sarabun Light"/>
                <a:sym typeface="Sarabun Light"/>
              </a:defRPr>
            </a:lvl4pPr>
            <a:lvl5pPr marL="0" marR="0" lvl="4" indent="0" algn="ctr" rtl="0">
              <a:spcBef>
                <a:spcPts val="0"/>
              </a:spcBef>
              <a:buNone/>
              <a:defRPr sz="1333" b="0" i="0" u="none" strike="noStrike" cap="none">
                <a:solidFill>
                  <a:schemeClr val="lt1"/>
                </a:solidFill>
                <a:latin typeface="Sarabun Light"/>
                <a:ea typeface="Sarabun Light"/>
                <a:cs typeface="Sarabun Light"/>
                <a:sym typeface="Sarabun Light"/>
              </a:defRPr>
            </a:lvl5pPr>
            <a:lvl6pPr marL="0" marR="0" lvl="5" indent="0" algn="ctr" rtl="0">
              <a:spcBef>
                <a:spcPts val="0"/>
              </a:spcBef>
              <a:buNone/>
              <a:defRPr sz="1333" b="0" i="0" u="none" strike="noStrike" cap="none">
                <a:solidFill>
                  <a:schemeClr val="lt1"/>
                </a:solidFill>
                <a:latin typeface="Sarabun Light"/>
                <a:ea typeface="Sarabun Light"/>
                <a:cs typeface="Sarabun Light"/>
                <a:sym typeface="Sarabun Light"/>
              </a:defRPr>
            </a:lvl6pPr>
            <a:lvl7pPr marL="0" marR="0" lvl="6" indent="0" algn="ctr" rtl="0">
              <a:spcBef>
                <a:spcPts val="0"/>
              </a:spcBef>
              <a:buNone/>
              <a:defRPr sz="1333" b="0" i="0" u="none" strike="noStrike" cap="none">
                <a:solidFill>
                  <a:schemeClr val="lt1"/>
                </a:solidFill>
                <a:latin typeface="Sarabun Light"/>
                <a:ea typeface="Sarabun Light"/>
                <a:cs typeface="Sarabun Light"/>
                <a:sym typeface="Sarabun Light"/>
              </a:defRPr>
            </a:lvl7pPr>
            <a:lvl8pPr marL="0" marR="0" lvl="7" indent="0" algn="ctr" rtl="0">
              <a:spcBef>
                <a:spcPts val="0"/>
              </a:spcBef>
              <a:buNone/>
              <a:defRPr sz="1333" b="0" i="0" u="none" strike="noStrike" cap="none">
                <a:solidFill>
                  <a:schemeClr val="lt1"/>
                </a:solidFill>
                <a:latin typeface="Sarabun Light"/>
                <a:ea typeface="Sarabun Light"/>
                <a:cs typeface="Sarabun Light"/>
                <a:sym typeface="Sarabun Light"/>
              </a:defRPr>
            </a:lvl8pPr>
            <a:lvl9pPr marL="0" marR="0" lvl="8" indent="0" algn="ctr" rtl="0">
              <a:spcBef>
                <a:spcPts val="0"/>
              </a:spcBef>
              <a:buNone/>
              <a:defRPr sz="1333" b="0" i="0" u="none" strike="noStrike" cap="none">
                <a:solidFill>
                  <a:schemeClr val="lt1"/>
                </a:solidFill>
                <a:latin typeface="Sarabun Light"/>
                <a:ea typeface="Sarabun Light"/>
                <a:cs typeface="Sarabun Light"/>
                <a:sym typeface="Sarabun Light"/>
              </a:defRPr>
            </a:lvl9pPr>
          </a:lstStyle>
          <a:p>
            <a:pPr marL="0" lvl="0" indent="0" algn="ct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slide" Target="slide3.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flac"/><Relationship Id="rId1" Type="http://schemas.microsoft.com/office/2007/relationships/media" Target="../media/media1.flac"/><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microsoft.com/office/2007/relationships/media" Target="../media/media3.wav"/><Relationship Id="rId2" Type="http://schemas.openxmlformats.org/officeDocument/2006/relationships/audio" Target="../media/media2.wav"/><Relationship Id="rId1" Type="http://schemas.microsoft.com/office/2007/relationships/media" Target="../media/media2.wav"/><Relationship Id="rId6" Type="http://schemas.openxmlformats.org/officeDocument/2006/relationships/image" Target="../media/image6.png"/><Relationship Id="rId5" Type="http://schemas.openxmlformats.org/officeDocument/2006/relationships/slideLayout" Target="../slideLayouts/slideLayout3.xml"/><Relationship Id="rId4" Type="http://schemas.openxmlformats.org/officeDocument/2006/relationships/audio" Target="../media/media3.wav"/></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2.png"/><Relationship Id="rId1" Type="http://schemas.openxmlformats.org/officeDocument/2006/relationships/slideLayout" Target="../slideLayouts/slideLayout3.xm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4.png"/><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6.png"/><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8.png"/><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20.png"/><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3" Type="http://schemas.microsoft.com/office/2007/relationships/media" Target="../media/media10.wav"/><Relationship Id="rId18" Type="http://schemas.openxmlformats.org/officeDocument/2006/relationships/audio" Target="../media/media12.wav"/><Relationship Id="rId26" Type="http://schemas.openxmlformats.org/officeDocument/2006/relationships/audio" Target="../media/media16.wav"/><Relationship Id="rId3" Type="http://schemas.microsoft.com/office/2007/relationships/media" Target="../media/media5.wav"/><Relationship Id="rId21" Type="http://schemas.microsoft.com/office/2007/relationships/media" Target="../media/media14.wav"/><Relationship Id="rId34" Type="http://schemas.openxmlformats.org/officeDocument/2006/relationships/image" Target="../media/image24.png"/><Relationship Id="rId7" Type="http://schemas.microsoft.com/office/2007/relationships/media" Target="../media/media7.wav"/><Relationship Id="rId12" Type="http://schemas.openxmlformats.org/officeDocument/2006/relationships/audio" Target="../media/media9.wav"/><Relationship Id="rId17" Type="http://schemas.microsoft.com/office/2007/relationships/media" Target="../media/media12.wav"/><Relationship Id="rId25" Type="http://schemas.microsoft.com/office/2007/relationships/media" Target="../media/media16.wav"/><Relationship Id="rId33" Type="http://schemas.openxmlformats.org/officeDocument/2006/relationships/slideLayout" Target="../slideLayouts/slideLayout3.xml"/><Relationship Id="rId2" Type="http://schemas.openxmlformats.org/officeDocument/2006/relationships/audio" Target="../media/media4.wav"/><Relationship Id="rId16" Type="http://schemas.openxmlformats.org/officeDocument/2006/relationships/audio" Target="../media/media11.wav"/><Relationship Id="rId20" Type="http://schemas.openxmlformats.org/officeDocument/2006/relationships/audio" Target="../media/media13.wav"/><Relationship Id="rId29" Type="http://schemas.microsoft.com/office/2007/relationships/media" Target="../media/media18.wav"/><Relationship Id="rId1" Type="http://schemas.microsoft.com/office/2007/relationships/media" Target="../media/media4.wav"/><Relationship Id="rId6" Type="http://schemas.openxmlformats.org/officeDocument/2006/relationships/audio" Target="../media/media6.wav"/><Relationship Id="rId11" Type="http://schemas.microsoft.com/office/2007/relationships/media" Target="../media/media9.wav"/><Relationship Id="rId24" Type="http://schemas.openxmlformats.org/officeDocument/2006/relationships/audio" Target="../media/media15.wav"/><Relationship Id="rId32" Type="http://schemas.openxmlformats.org/officeDocument/2006/relationships/audio" Target="../media/media19.wav"/><Relationship Id="rId5" Type="http://schemas.microsoft.com/office/2007/relationships/media" Target="../media/media6.wav"/><Relationship Id="rId15" Type="http://schemas.microsoft.com/office/2007/relationships/media" Target="../media/media11.wav"/><Relationship Id="rId23" Type="http://schemas.microsoft.com/office/2007/relationships/media" Target="../media/media15.wav"/><Relationship Id="rId28" Type="http://schemas.openxmlformats.org/officeDocument/2006/relationships/audio" Target="../media/media17.wav"/><Relationship Id="rId10" Type="http://schemas.openxmlformats.org/officeDocument/2006/relationships/audio" Target="../media/media8.wav"/><Relationship Id="rId19" Type="http://schemas.microsoft.com/office/2007/relationships/media" Target="../media/media13.wav"/><Relationship Id="rId31" Type="http://schemas.microsoft.com/office/2007/relationships/media" Target="../media/media19.wav"/><Relationship Id="rId4" Type="http://schemas.openxmlformats.org/officeDocument/2006/relationships/audio" Target="../media/media5.wav"/><Relationship Id="rId9" Type="http://schemas.microsoft.com/office/2007/relationships/media" Target="../media/media8.wav"/><Relationship Id="rId14" Type="http://schemas.openxmlformats.org/officeDocument/2006/relationships/audio" Target="../media/media10.wav"/><Relationship Id="rId22" Type="http://schemas.openxmlformats.org/officeDocument/2006/relationships/audio" Target="../media/media14.wav"/><Relationship Id="rId27" Type="http://schemas.microsoft.com/office/2007/relationships/media" Target="../media/media17.wav"/><Relationship Id="rId30" Type="http://schemas.openxmlformats.org/officeDocument/2006/relationships/audio" Target="../media/media18.wav"/><Relationship Id="rId8" Type="http://schemas.openxmlformats.org/officeDocument/2006/relationships/audio" Target="../media/media7.wav"/></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
          <p:cNvSpPr txBox="1">
            <a:spLocks noGrp="1"/>
          </p:cNvSpPr>
          <p:nvPr>
            <p:ph type="ctrTitle"/>
          </p:nvPr>
        </p:nvSpPr>
        <p:spPr>
          <a:xfrm>
            <a:off x="807175" y="1612420"/>
            <a:ext cx="10536015" cy="2376400"/>
          </a:xfrm>
          <a:prstGeom prst="rect">
            <a:avLst/>
          </a:prstGeom>
          <a:noFill/>
          <a:ln>
            <a:noFill/>
          </a:ln>
        </p:spPr>
        <p:txBody>
          <a:bodyPr spcFirstLastPara="1" wrap="square" lIns="121900" tIns="121900" rIns="121900" bIns="121900" anchor="b" anchorCtr="0">
            <a:noAutofit/>
          </a:bodyPr>
          <a:lstStyle/>
          <a:p>
            <a:pPr lvl="0">
              <a:lnSpc>
                <a:spcPct val="120000"/>
              </a:lnSpc>
              <a:buClr>
                <a:schemeClr val="dk1"/>
              </a:buClr>
              <a:buSzPts val="1100"/>
            </a:pPr>
            <a:r>
              <a:rPr lang="en-US" sz="4400" dirty="0">
                <a:latin typeface="FS PF BeauSans Pro"/>
              </a:rPr>
              <a:t>Non-verbal Vocalizations for </a:t>
            </a:r>
            <a:br>
              <a:rPr lang="en-US" sz="4400" dirty="0">
                <a:latin typeface="FS PF BeauSans Pro"/>
              </a:rPr>
            </a:br>
            <a:r>
              <a:rPr lang="en-US" sz="4400" dirty="0">
                <a:latin typeface="FS PF BeauSans Pro"/>
              </a:rPr>
              <a:t>Zero-shot Vietnamese TTS</a:t>
            </a:r>
            <a:endParaRPr sz="4400" i="0" u="none" strike="noStrike" cap="none" dirty="0">
              <a:solidFill>
                <a:srgbClr val="FF0000"/>
              </a:solidFill>
              <a:latin typeface="FS Magistral Bold" panose="020B0804030204080304" pitchFamily="34" charset="0"/>
              <a:ea typeface="Roboto"/>
              <a:cs typeface="Roboto"/>
              <a:sym typeface="Roboto"/>
            </a:endParaRPr>
          </a:p>
        </p:txBody>
      </p:sp>
      <p:sp>
        <p:nvSpPr>
          <p:cNvPr id="55" name="Google Shape;55;p1"/>
          <p:cNvSpPr txBox="1">
            <a:spLocks noGrp="1"/>
          </p:cNvSpPr>
          <p:nvPr>
            <p:ph type="subTitle" idx="1"/>
          </p:nvPr>
        </p:nvSpPr>
        <p:spPr>
          <a:xfrm>
            <a:off x="4227755" y="3998204"/>
            <a:ext cx="7004077" cy="1252984"/>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rgbClr val="000000"/>
              </a:buClr>
              <a:buSzPts val="1200"/>
              <a:buFont typeface="Arial"/>
              <a:buNone/>
            </a:pPr>
            <a:endParaRPr lang="vi-VN" sz="2000" b="0" i="0" u="none" strike="noStrike" cap="none" dirty="0">
              <a:solidFill>
                <a:schemeClr val="tx1">
                  <a:lumMod val="75000"/>
                  <a:lumOff val="25000"/>
                </a:schemeClr>
              </a:solidFill>
              <a:latin typeface="FS PF BeauSans Pro" panose="020B0704030204080304" pitchFamily="34" charset="0"/>
              <a:ea typeface="Roboto"/>
              <a:cs typeface="Roboto"/>
              <a:sym typeface="Roboto"/>
            </a:endParaRPr>
          </a:p>
          <a:p>
            <a:pPr marL="0" marR="0" lvl="0" indent="0" algn="r" rtl="0">
              <a:lnSpc>
                <a:spcPct val="100000"/>
              </a:lnSpc>
              <a:spcBef>
                <a:spcPts val="0"/>
              </a:spcBef>
              <a:spcAft>
                <a:spcPts val="0"/>
              </a:spcAft>
              <a:buClr>
                <a:srgbClr val="000000"/>
              </a:buClr>
              <a:buSzPts val="1200"/>
              <a:buFont typeface="Arial"/>
              <a:buNone/>
            </a:pPr>
            <a:r>
              <a:rPr lang="vi-VN" sz="2000" dirty="0">
                <a:solidFill>
                  <a:schemeClr val="tx1">
                    <a:lumMod val="75000"/>
                    <a:lumOff val="25000"/>
                  </a:schemeClr>
                </a:solidFill>
                <a:latin typeface="FS PF BeauSans Pro" panose="020B0704030204080304" pitchFamily="34" charset="0"/>
                <a:ea typeface="Roboto"/>
                <a:cs typeface="Roboto"/>
                <a:sym typeface="Roboto"/>
              </a:rPr>
              <a:t>Mentee</a:t>
            </a:r>
            <a:r>
              <a:rPr lang="vi-VN" sz="2000" b="0" i="0" u="none" strike="noStrike" cap="none" dirty="0">
                <a:solidFill>
                  <a:schemeClr val="tx1">
                    <a:lumMod val="75000"/>
                    <a:lumOff val="25000"/>
                  </a:schemeClr>
                </a:solidFill>
                <a:latin typeface="FS PF BeauSans Pro" panose="020B0704030204080304" pitchFamily="34" charset="0"/>
                <a:ea typeface="Roboto"/>
                <a:cs typeface="Roboto"/>
                <a:sym typeface="Roboto"/>
              </a:rPr>
              <a:t>: </a:t>
            </a:r>
            <a:r>
              <a:rPr lang="en-US" sz="2000" dirty="0">
                <a:solidFill>
                  <a:schemeClr val="tx1">
                    <a:lumMod val="75000"/>
                    <a:lumOff val="25000"/>
                  </a:schemeClr>
                </a:solidFill>
                <a:latin typeface="FS PF BeauSans Pro" panose="020B0704030204080304" pitchFamily="34" charset="0"/>
                <a:ea typeface="Roboto"/>
                <a:cs typeface="Roboto"/>
                <a:sym typeface="Roboto"/>
              </a:rPr>
              <a:t>Tô Duy An</a:t>
            </a:r>
            <a:endParaRPr lang="vi-VN" sz="2000" dirty="0">
              <a:solidFill>
                <a:schemeClr val="tx1">
                  <a:lumMod val="75000"/>
                  <a:lumOff val="25000"/>
                </a:schemeClr>
              </a:solidFill>
              <a:latin typeface="FS PF BeauSans Pro" panose="020B0704030204080304" pitchFamily="34" charset="0"/>
            </a:endParaRPr>
          </a:p>
          <a:p>
            <a:pPr marL="0" marR="0" lvl="0" indent="0" algn="r" rtl="0">
              <a:lnSpc>
                <a:spcPct val="100000"/>
              </a:lnSpc>
              <a:spcBef>
                <a:spcPts val="0"/>
              </a:spcBef>
              <a:spcAft>
                <a:spcPts val="0"/>
              </a:spcAft>
              <a:buClr>
                <a:srgbClr val="000000"/>
              </a:buClr>
              <a:buSzPts val="1200"/>
              <a:buFont typeface="Arial"/>
              <a:buNone/>
            </a:pPr>
            <a:r>
              <a:rPr lang="vi-VN" sz="2000" b="0" i="0" u="none" strike="noStrike" cap="none" dirty="0">
                <a:solidFill>
                  <a:schemeClr val="tx1">
                    <a:lumMod val="75000"/>
                    <a:lumOff val="25000"/>
                  </a:schemeClr>
                </a:solidFill>
                <a:latin typeface="FS PF BeauSans Pro" panose="020B0704030204080304" pitchFamily="34" charset="0"/>
                <a:ea typeface="Roboto"/>
                <a:cs typeface="Roboto"/>
                <a:sym typeface="Roboto"/>
              </a:rPr>
              <a:t>Mentor: Nguyễn Tùng Lương, Trần Hồng Nhật, Đỗ Văn Hải</a:t>
            </a:r>
          </a:p>
        </p:txBody>
      </p:sp>
      <p:cxnSp>
        <p:nvCxnSpPr>
          <p:cNvPr id="56" name="Google Shape;56;p1"/>
          <p:cNvCxnSpPr/>
          <p:nvPr/>
        </p:nvCxnSpPr>
        <p:spPr>
          <a:xfrm>
            <a:off x="7951832" y="3988820"/>
            <a:ext cx="3280000" cy="0"/>
          </a:xfrm>
          <a:prstGeom prst="straightConnector1">
            <a:avLst/>
          </a:prstGeom>
          <a:noFill/>
          <a:ln w="9525" cap="flat" cmpd="sng">
            <a:solidFill>
              <a:schemeClr val="hlink"/>
            </a:solidFill>
            <a:prstDash val="solid"/>
            <a:round/>
            <a:headEnd type="none" w="sm" len="sm"/>
            <a:tailEnd type="none" w="sm" len="sm"/>
          </a:ln>
        </p:spPr>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1"/>
        <p:cNvGrpSpPr/>
        <p:nvPr/>
      </p:nvGrpSpPr>
      <p:grpSpPr>
        <a:xfrm>
          <a:off x="0" y="0"/>
          <a:ext cx="0" cy="0"/>
          <a:chOff x="0" y="0"/>
          <a:chExt cx="0" cy="0"/>
        </a:xfrm>
      </p:grpSpPr>
      <p:sp>
        <p:nvSpPr>
          <p:cNvPr id="62" name="Google Shape;62;p2"/>
          <p:cNvSpPr txBox="1">
            <a:spLocks noGrp="1"/>
          </p:cNvSpPr>
          <p:nvPr>
            <p:ph type="ctrTitle"/>
          </p:nvPr>
        </p:nvSpPr>
        <p:spPr>
          <a:xfrm>
            <a:off x="5442772" y="2514345"/>
            <a:ext cx="4756021" cy="126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3600"/>
              <a:buFont typeface="Arial"/>
              <a:buNone/>
            </a:pPr>
            <a:r>
              <a:rPr lang="en-US" b="1" i="0" u="none" strike="noStrike" cap="none" dirty="0">
                <a:solidFill>
                  <a:schemeClr val="tx1">
                    <a:lumMod val="75000"/>
                    <a:lumOff val="25000"/>
                  </a:schemeClr>
                </a:solidFill>
                <a:latin typeface="FS PF BeauSans Pro" panose="020B0704030204080304" pitchFamily="34" charset="0"/>
                <a:ea typeface="Roboto"/>
                <a:cs typeface="Roboto"/>
                <a:sym typeface="Roboto"/>
              </a:rPr>
              <a:t>Table of contents</a:t>
            </a:r>
            <a:endParaRPr b="1" i="0" u="none" strike="noStrike" cap="none" dirty="0">
              <a:solidFill>
                <a:schemeClr val="tx1">
                  <a:lumMod val="75000"/>
                  <a:lumOff val="25000"/>
                </a:schemeClr>
              </a:solidFill>
              <a:latin typeface="FS PF BeauSans Pro" panose="020B0704030204080304" pitchFamily="34" charset="0"/>
              <a:ea typeface="Roboto"/>
              <a:cs typeface="Roboto"/>
              <a:sym typeface="Roboto"/>
            </a:endParaRPr>
          </a:p>
        </p:txBody>
      </p:sp>
      <p:sp>
        <p:nvSpPr>
          <p:cNvPr id="63" name="Google Shape;63;p2"/>
          <p:cNvSpPr txBox="1">
            <a:spLocks noGrp="1"/>
          </p:cNvSpPr>
          <p:nvPr>
            <p:ph type="title" idx="5"/>
          </p:nvPr>
        </p:nvSpPr>
        <p:spPr>
          <a:xfrm>
            <a:off x="3543328" y="3653967"/>
            <a:ext cx="1476800" cy="770400"/>
          </a:xfrm>
          <a:prstGeom prst="rect">
            <a:avLst/>
          </a:prstGeom>
          <a:noFill/>
          <a:ln>
            <a:noFill/>
          </a:ln>
        </p:spPr>
        <p:txBody>
          <a:bodyPr spcFirstLastPara="1" wrap="square" lIns="121900" tIns="121900" rIns="121900" bIns="121900" anchor="ctr" anchorCtr="0">
            <a:noAutofit/>
          </a:bodyPr>
          <a:lstStyle/>
          <a:p>
            <a:pPr marL="0" marR="0" lvl="0" indent="0" algn="r" rtl="0">
              <a:lnSpc>
                <a:spcPct val="100000"/>
              </a:lnSpc>
              <a:spcBef>
                <a:spcPts val="0"/>
              </a:spcBef>
              <a:spcAft>
                <a:spcPts val="0"/>
              </a:spcAft>
              <a:buClr>
                <a:srgbClr val="000000"/>
              </a:buClr>
              <a:buSzPts val="4800"/>
              <a:buFont typeface="Arial"/>
              <a:buNone/>
            </a:pPr>
            <a:r>
              <a:rPr lang="en-US" sz="4000" b="1" i="0" u="none" strike="noStrike" cap="none" dirty="0">
                <a:solidFill>
                  <a:srgbClr val="FF0000"/>
                </a:solidFill>
                <a:latin typeface="FS PF BeauSans Pro" panose="020B0704030204080304" pitchFamily="34" charset="0"/>
                <a:ea typeface="Roboto"/>
                <a:cs typeface="Roboto"/>
                <a:sym typeface="Roboto"/>
              </a:rPr>
              <a:t>03</a:t>
            </a:r>
            <a:endParaRPr sz="4000" b="1" i="0" u="none" strike="noStrike" cap="none" dirty="0">
              <a:solidFill>
                <a:srgbClr val="FF0000"/>
              </a:solidFill>
              <a:latin typeface="FS PF BeauSans Pro" panose="020B0704030204080304" pitchFamily="34" charset="0"/>
              <a:ea typeface="Roboto"/>
              <a:cs typeface="Roboto"/>
              <a:sym typeface="Roboto"/>
            </a:endParaRPr>
          </a:p>
        </p:txBody>
      </p:sp>
      <p:sp>
        <p:nvSpPr>
          <p:cNvPr id="64" name="Google Shape;64;p2"/>
          <p:cNvSpPr txBox="1">
            <a:spLocks noGrp="1"/>
          </p:cNvSpPr>
          <p:nvPr>
            <p:ph type="ctrTitle" idx="2"/>
          </p:nvPr>
        </p:nvSpPr>
        <p:spPr>
          <a:xfrm>
            <a:off x="613180" y="1938470"/>
            <a:ext cx="3517636" cy="770400"/>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chemeClr val="dk1"/>
              </a:buClr>
              <a:buSzPts val="1100"/>
              <a:buFont typeface="Arial"/>
              <a:buNone/>
            </a:pPr>
            <a:r>
              <a:rPr lang="en-US" sz="3600" b="1" i="0" u="none" strike="noStrike" cap="none" dirty="0">
                <a:solidFill>
                  <a:srgbClr val="FF0000"/>
                </a:solidFill>
                <a:latin typeface="FS PF BeauSans Pro" panose="020B0704030204080304" pitchFamily="34" charset="0"/>
                <a:ea typeface="Roboto"/>
                <a:cs typeface="Roboto"/>
                <a:sym typeface="Roboto"/>
              </a:rPr>
              <a:t>Introduction</a:t>
            </a:r>
            <a:endParaRPr sz="2400" dirty="0">
              <a:latin typeface="FS PF BeauSans Pro" panose="020B0704030204080304" pitchFamily="34" charset="0"/>
            </a:endParaRPr>
          </a:p>
        </p:txBody>
      </p:sp>
      <p:sp>
        <p:nvSpPr>
          <p:cNvPr id="66" name="Google Shape;66;p2">
            <a:hlinkClick r:id="rId2" action="ppaction://hlinksldjump"/>
          </p:cNvPr>
          <p:cNvSpPr txBox="1">
            <a:spLocks noGrp="1"/>
          </p:cNvSpPr>
          <p:nvPr>
            <p:ph type="title" idx="3"/>
          </p:nvPr>
        </p:nvSpPr>
        <p:spPr>
          <a:xfrm>
            <a:off x="3543328" y="1961615"/>
            <a:ext cx="1476800" cy="770400"/>
          </a:xfrm>
          <a:prstGeom prst="rect">
            <a:avLst/>
          </a:prstGeom>
          <a:noFill/>
          <a:ln>
            <a:noFill/>
          </a:ln>
        </p:spPr>
        <p:txBody>
          <a:bodyPr spcFirstLastPara="1" wrap="square" lIns="121900" tIns="121900" rIns="121900" bIns="121900" anchor="ctr" anchorCtr="0">
            <a:noAutofit/>
          </a:bodyPr>
          <a:lstStyle/>
          <a:p>
            <a:pPr marL="0" marR="0" lvl="0" indent="0" algn="r" rtl="0">
              <a:lnSpc>
                <a:spcPct val="100000"/>
              </a:lnSpc>
              <a:spcBef>
                <a:spcPts val="0"/>
              </a:spcBef>
              <a:spcAft>
                <a:spcPts val="0"/>
              </a:spcAft>
              <a:buClr>
                <a:srgbClr val="000000"/>
              </a:buClr>
              <a:buSzPts val="4800"/>
              <a:buFont typeface="Arial"/>
              <a:buNone/>
            </a:pPr>
            <a:r>
              <a:rPr lang="en-US" sz="4000" b="1" i="0" u="none" strike="noStrike" cap="none" dirty="0">
                <a:solidFill>
                  <a:srgbClr val="FF0000"/>
                </a:solidFill>
                <a:latin typeface="FS PF BeauSans Pro" panose="020B0704030204080304" pitchFamily="34" charset="0"/>
                <a:ea typeface="Roboto"/>
                <a:cs typeface="Roboto"/>
                <a:sym typeface="Roboto"/>
              </a:rPr>
              <a:t>01</a:t>
            </a:r>
            <a:endParaRPr sz="4000" b="1" i="0" u="none" strike="noStrike" cap="none" dirty="0">
              <a:solidFill>
                <a:srgbClr val="FF0000"/>
              </a:solidFill>
              <a:latin typeface="FS PF BeauSans Pro" panose="020B0704030204080304" pitchFamily="34" charset="0"/>
              <a:ea typeface="Roboto"/>
              <a:cs typeface="Roboto"/>
              <a:sym typeface="Roboto"/>
            </a:endParaRPr>
          </a:p>
        </p:txBody>
      </p:sp>
      <p:sp>
        <p:nvSpPr>
          <p:cNvPr id="67" name="Google Shape;67;p2">
            <a:hlinkClick r:id="" action="ppaction://noaction"/>
          </p:cNvPr>
          <p:cNvSpPr txBox="1">
            <a:spLocks noGrp="1"/>
          </p:cNvSpPr>
          <p:nvPr>
            <p:ph type="title" idx="4"/>
          </p:nvPr>
        </p:nvSpPr>
        <p:spPr>
          <a:xfrm>
            <a:off x="3543328" y="2782532"/>
            <a:ext cx="1476800" cy="770400"/>
          </a:xfrm>
          <a:prstGeom prst="rect">
            <a:avLst/>
          </a:prstGeom>
          <a:noFill/>
          <a:ln>
            <a:noFill/>
          </a:ln>
        </p:spPr>
        <p:txBody>
          <a:bodyPr spcFirstLastPara="1" wrap="square" lIns="121900" tIns="121900" rIns="121900" bIns="121900" anchor="ctr" anchorCtr="0">
            <a:noAutofit/>
          </a:bodyPr>
          <a:lstStyle/>
          <a:p>
            <a:pPr marL="0" marR="0" lvl="0" indent="0" algn="r" rtl="0">
              <a:lnSpc>
                <a:spcPct val="100000"/>
              </a:lnSpc>
              <a:spcBef>
                <a:spcPts val="0"/>
              </a:spcBef>
              <a:spcAft>
                <a:spcPts val="0"/>
              </a:spcAft>
              <a:buClr>
                <a:srgbClr val="000000"/>
              </a:buClr>
              <a:buSzPts val="4800"/>
              <a:buFont typeface="Arial"/>
              <a:buNone/>
            </a:pPr>
            <a:r>
              <a:rPr lang="en-US" sz="4000" b="1" i="0" u="none" strike="noStrike" cap="none" dirty="0">
                <a:solidFill>
                  <a:srgbClr val="FF0000"/>
                </a:solidFill>
                <a:latin typeface="FS PF BeauSans Pro" panose="020B0704030204080304" pitchFamily="34" charset="0"/>
                <a:ea typeface="Roboto"/>
                <a:cs typeface="Roboto"/>
                <a:sym typeface="Roboto"/>
              </a:rPr>
              <a:t>02</a:t>
            </a:r>
            <a:endParaRPr sz="4000" b="1" i="0" u="none" strike="noStrike" cap="none" dirty="0">
              <a:solidFill>
                <a:srgbClr val="FF0000"/>
              </a:solidFill>
              <a:latin typeface="FS PF BeauSans Pro" panose="020B0704030204080304" pitchFamily="34" charset="0"/>
              <a:ea typeface="Roboto"/>
              <a:cs typeface="Roboto"/>
              <a:sym typeface="Roboto"/>
            </a:endParaRPr>
          </a:p>
        </p:txBody>
      </p:sp>
      <p:sp>
        <p:nvSpPr>
          <p:cNvPr id="68" name="Google Shape;68;p2"/>
          <p:cNvSpPr txBox="1">
            <a:spLocks noGrp="1"/>
          </p:cNvSpPr>
          <p:nvPr>
            <p:ph type="ctrTitle" idx="9"/>
          </p:nvPr>
        </p:nvSpPr>
        <p:spPr>
          <a:xfrm>
            <a:off x="1182837" y="2809905"/>
            <a:ext cx="2942751" cy="770400"/>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rgbClr val="000000"/>
              </a:buClr>
              <a:buSzPts val="1400"/>
              <a:buFont typeface="Arial"/>
              <a:buNone/>
            </a:pPr>
            <a:r>
              <a:rPr lang="en-US" sz="3600" b="1" dirty="0">
                <a:solidFill>
                  <a:srgbClr val="FF0000"/>
                </a:solidFill>
                <a:latin typeface="FS PF BeauSans Pro" panose="020B0704030204080304" pitchFamily="34" charset="0"/>
                <a:ea typeface="Roboto"/>
                <a:cs typeface="Roboto"/>
                <a:sym typeface="Roboto"/>
              </a:rPr>
              <a:t>Method</a:t>
            </a:r>
            <a:endParaRPr sz="2400" dirty="0">
              <a:latin typeface="FS PF BeauSans Pro" panose="020B0704030204080304" pitchFamily="34" charset="0"/>
            </a:endParaRPr>
          </a:p>
        </p:txBody>
      </p:sp>
      <p:sp>
        <p:nvSpPr>
          <p:cNvPr id="70" name="Google Shape;70;p2"/>
          <p:cNvSpPr txBox="1">
            <a:spLocks noGrp="1"/>
          </p:cNvSpPr>
          <p:nvPr>
            <p:ph type="ctrTitle" idx="14"/>
          </p:nvPr>
        </p:nvSpPr>
        <p:spPr>
          <a:xfrm>
            <a:off x="1182837" y="3653967"/>
            <a:ext cx="2942751" cy="770400"/>
          </a:xfrm>
          <a:prstGeom prst="rect">
            <a:avLst/>
          </a:prstGeom>
          <a:noFill/>
          <a:ln>
            <a:noFill/>
          </a:ln>
        </p:spPr>
        <p:txBody>
          <a:bodyPr spcFirstLastPara="1" wrap="square" lIns="121900" tIns="121900" rIns="121900" bIns="121900" anchor="b" anchorCtr="0">
            <a:noAutofit/>
          </a:bodyPr>
          <a:lstStyle/>
          <a:p>
            <a:pPr marL="0" marR="0" lvl="0" indent="0" algn="r" rtl="0">
              <a:lnSpc>
                <a:spcPct val="100000"/>
              </a:lnSpc>
              <a:spcBef>
                <a:spcPts val="0"/>
              </a:spcBef>
              <a:spcAft>
                <a:spcPts val="0"/>
              </a:spcAft>
              <a:buClr>
                <a:srgbClr val="000000"/>
              </a:buClr>
              <a:buSzPts val="1400"/>
              <a:buFont typeface="Arial"/>
              <a:buNone/>
            </a:pPr>
            <a:r>
              <a:rPr lang="en-US" sz="3600" b="1" dirty="0">
                <a:solidFill>
                  <a:srgbClr val="FF0000"/>
                </a:solidFill>
                <a:latin typeface="FS PF BeauSans Pro" panose="020B0704030204080304" pitchFamily="34" charset="0"/>
                <a:ea typeface="Roboto"/>
                <a:cs typeface="Roboto"/>
                <a:sym typeface="Roboto"/>
              </a:rPr>
              <a:t>Results</a:t>
            </a:r>
            <a:endParaRPr sz="2400" dirty="0">
              <a:latin typeface="FS PF BeauSans Pro" panose="020B0704030204080304" pitchFamily="34" charset="0"/>
            </a:endParaRPr>
          </a:p>
        </p:txBody>
      </p:sp>
      <p:cxnSp>
        <p:nvCxnSpPr>
          <p:cNvPr id="72" name="Google Shape;72;p2"/>
          <p:cNvCxnSpPr/>
          <p:nvPr/>
        </p:nvCxnSpPr>
        <p:spPr>
          <a:xfrm flipH="1">
            <a:off x="5122878" y="0"/>
            <a:ext cx="9543" cy="5491992"/>
          </a:xfrm>
          <a:prstGeom prst="straightConnector1">
            <a:avLst/>
          </a:prstGeom>
          <a:noFill/>
          <a:ln w="9525" cap="flat" cmpd="sng">
            <a:solidFill>
              <a:schemeClr val="dk2"/>
            </a:solidFill>
            <a:prstDash val="solid"/>
            <a:round/>
            <a:headEnd type="none" w="sm" len="sm"/>
            <a:tailEnd type="none" w="sm" len="sm"/>
          </a:ln>
        </p:spPr>
      </p:cxnSp>
      <p:sp>
        <p:nvSpPr>
          <p:cNvPr id="11" name="Google Shape;63;p2">
            <a:extLst>
              <a:ext uri="{FF2B5EF4-FFF2-40B4-BE49-F238E27FC236}">
                <a16:creationId xmlns:a16="http://schemas.microsoft.com/office/drawing/2014/main" id="{01C89487-F96A-4D4D-9A0F-64351D3210E7}"/>
              </a:ext>
            </a:extLst>
          </p:cNvPr>
          <p:cNvSpPr txBox="1">
            <a:spLocks/>
          </p:cNvSpPr>
          <p:nvPr/>
        </p:nvSpPr>
        <p:spPr>
          <a:xfrm>
            <a:off x="3594703" y="4498029"/>
            <a:ext cx="1476800" cy="770400"/>
          </a:xfrm>
          <a:prstGeom prst="rect">
            <a:avLst/>
          </a:prstGeom>
          <a:noFill/>
          <a:ln>
            <a:noFill/>
          </a:ln>
        </p:spPr>
        <p:txBody>
          <a:bodyPr spcFirstLastPara="1" wrap="square" lIns="121900" tIns="121900" rIns="121900" bIns="121900" anchor="ctr"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hlink"/>
              </a:buClr>
              <a:buSzPts val="4800"/>
              <a:buFont typeface="Exo 2"/>
              <a:buNone/>
              <a:defRPr sz="4800" b="1" i="0" u="none" strike="noStrike" cap="none">
                <a:solidFill>
                  <a:srgbClr val="EE0033"/>
                </a:solidFill>
                <a:latin typeface="FS PF BeauSans Pro" panose="02000500000000020004" pitchFamily="50" charset="0"/>
                <a:ea typeface="FS PF BeauSans Pro" panose="02000500000000020004" pitchFamily="50" charset="0"/>
                <a:cs typeface="Arial"/>
                <a:sym typeface="Arial"/>
              </a:defRPr>
            </a:lvl1pPr>
            <a:lvl2pPr marR="0" lvl="1"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2pPr>
            <a:lvl3pPr marR="0" lvl="2"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3pPr>
            <a:lvl4pPr marR="0" lvl="3"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4pPr>
            <a:lvl5pPr marR="0" lvl="4"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5pPr>
            <a:lvl6pPr marR="0" lvl="5"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6pPr>
            <a:lvl7pPr marR="0" lvl="6"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7pPr>
            <a:lvl8pPr marR="0" lvl="7"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8pPr>
            <a:lvl9pPr marR="0" lvl="8" algn="l" rtl="0">
              <a:lnSpc>
                <a:spcPct val="100000"/>
              </a:lnSpc>
              <a:spcBef>
                <a:spcPts val="0"/>
              </a:spcBef>
              <a:spcAft>
                <a:spcPts val="0"/>
              </a:spcAft>
              <a:buClr>
                <a:schemeClr val="dk1"/>
              </a:buClr>
              <a:buSzPts val="4800"/>
              <a:buFont typeface="Fira Sans Extra Condensed Medium"/>
              <a:buNone/>
              <a:defRPr sz="6400" b="0" i="0" u="none" strike="noStrike" cap="none">
                <a:solidFill>
                  <a:schemeClr val="dk1"/>
                </a:solidFill>
                <a:latin typeface="Fira Sans Extra Condensed Medium"/>
                <a:ea typeface="Fira Sans Extra Condensed Medium"/>
                <a:cs typeface="Fira Sans Extra Condensed Medium"/>
                <a:sym typeface="Fira Sans Extra Condensed Medium"/>
              </a:defRPr>
            </a:lvl9pPr>
          </a:lstStyle>
          <a:p>
            <a:pPr>
              <a:buClr>
                <a:srgbClr val="000000"/>
              </a:buClr>
              <a:buFont typeface="Arial"/>
              <a:buNone/>
            </a:pPr>
            <a:r>
              <a:rPr lang="en-US" sz="4000" dirty="0">
                <a:solidFill>
                  <a:srgbClr val="FF0000"/>
                </a:solidFill>
                <a:latin typeface="FS PF BeauSans Pro" panose="020B0704030204080304" pitchFamily="34" charset="0"/>
                <a:ea typeface="Roboto"/>
                <a:cs typeface="Roboto"/>
                <a:sym typeface="Roboto"/>
              </a:rPr>
              <a:t>04</a:t>
            </a:r>
          </a:p>
        </p:txBody>
      </p:sp>
      <p:sp>
        <p:nvSpPr>
          <p:cNvPr id="12" name="Google Shape;70;p2">
            <a:extLst>
              <a:ext uri="{FF2B5EF4-FFF2-40B4-BE49-F238E27FC236}">
                <a16:creationId xmlns:a16="http://schemas.microsoft.com/office/drawing/2014/main" id="{BC46DE92-AC5D-4F08-B457-63C55C531422}"/>
              </a:ext>
            </a:extLst>
          </p:cNvPr>
          <p:cNvSpPr txBox="1">
            <a:spLocks/>
          </p:cNvSpPr>
          <p:nvPr/>
        </p:nvSpPr>
        <p:spPr>
          <a:xfrm>
            <a:off x="152399" y="4498029"/>
            <a:ext cx="3973189" cy="770400"/>
          </a:xfrm>
          <a:prstGeom prst="rect">
            <a:avLst/>
          </a:prstGeom>
          <a:noFill/>
          <a:ln>
            <a:noFill/>
          </a:ln>
        </p:spPr>
        <p:txBody>
          <a:bodyPr spcFirstLastPara="1" wrap="square" lIns="121900" tIns="121900" rIns="121900" bIns="121900" anchor="b" anchorCtr="0">
            <a:noAutofit/>
          </a:bodyPr>
          <a:lstStyle>
            <a:defPPr marR="0" lvl="0" algn="l" rtl="0">
              <a:lnSpc>
                <a:spcPct val="100000"/>
              </a:lnSpc>
              <a:spcBef>
                <a:spcPts val="0"/>
              </a:spcBef>
              <a:spcAft>
                <a:spcPts val="0"/>
              </a:spcAft>
            </a:defPPr>
            <a:lvl1pPr marR="0" lvl="0" algn="r" rtl="0">
              <a:lnSpc>
                <a:spcPct val="100000"/>
              </a:lnSpc>
              <a:spcBef>
                <a:spcPts val="0"/>
              </a:spcBef>
              <a:spcAft>
                <a:spcPts val="0"/>
              </a:spcAft>
              <a:buClr>
                <a:schemeClr val="hlink"/>
              </a:buClr>
              <a:buSzPts val="1400"/>
              <a:buFont typeface="Exo 2"/>
              <a:buNone/>
              <a:defRPr sz="1867" b="0" i="0" u="none" strike="noStrike" cap="none">
                <a:solidFill>
                  <a:srgbClr val="EE0033"/>
                </a:solidFill>
                <a:latin typeface="FS PF BeauSans Pro" panose="02000500000000020004" pitchFamily="50" charset="0"/>
                <a:ea typeface="FS PF BeauSans Pro" panose="02000500000000020004" pitchFamily="50" charset="0"/>
                <a:cs typeface="Arial"/>
                <a:sym typeface="Arial"/>
              </a:defRPr>
            </a:lvl1pPr>
            <a:lvl2pPr marR="0" lvl="1"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2pPr>
            <a:lvl3pPr marR="0" lvl="2"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3pPr>
            <a:lvl4pPr marR="0" lvl="3"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4pPr>
            <a:lvl5pPr marR="0" lvl="4"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5pPr>
            <a:lvl6pPr marR="0" lvl="5"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6pPr>
            <a:lvl7pPr marR="0" lvl="6"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7pPr>
            <a:lvl8pPr marR="0" lvl="7"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8pPr>
            <a:lvl9pPr marR="0" lvl="8" algn="r" rtl="0">
              <a:lnSpc>
                <a:spcPct val="100000"/>
              </a:lnSpc>
              <a:spcBef>
                <a:spcPts val="0"/>
              </a:spcBef>
              <a:spcAft>
                <a:spcPts val="0"/>
              </a:spcAft>
              <a:buClr>
                <a:schemeClr val="dk1"/>
              </a:buClr>
              <a:buSzPts val="1400"/>
              <a:buFont typeface="Exo 2"/>
              <a:buNone/>
              <a:defRPr sz="1867" b="0" i="0" u="none" strike="noStrike" cap="none">
                <a:solidFill>
                  <a:schemeClr val="dk1"/>
                </a:solidFill>
                <a:latin typeface="Exo 2"/>
                <a:ea typeface="Exo 2"/>
                <a:cs typeface="Exo 2"/>
                <a:sym typeface="Exo 2"/>
              </a:defRPr>
            </a:lvl9pPr>
          </a:lstStyle>
          <a:p>
            <a:pPr>
              <a:buClr>
                <a:srgbClr val="000000"/>
              </a:buClr>
              <a:buFont typeface="Arial"/>
              <a:buNone/>
            </a:pPr>
            <a:r>
              <a:rPr lang="en-US" sz="3600" b="1" dirty="0">
                <a:solidFill>
                  <a:srgbClr val="FF0000"/>
                </a:solidFill>
                <a:latin typeface="FS PF BeauSans Pro" panose="020B0704030204080304" pitchFamily="34" charset="0"/>
                <a:ea typeface="Roboto"/>
                <a:cs typeface="Roboto"/>
                <a:sym typeface="Roboto"/>
              </a:rPr>
              <a:t>Conclusion</a:t>
            </a:r>
            <a:endParaRPr lang="en-US" sz="2400" dirty="0">
              <a:latin typeface="FS PF BeauSans Pro" panose="020B0704030204080304" pitchFamily="34" charset="0"/>
            </a:endParaRPr>
          </a:p>
        </p:txBody>
      </p:sp>
      <p:sp>
        <p:nvSpPr>
          <p:cNvPr id="2" name="Slide Number Placeholder 1">
            <a:extLst>
              <a:ext uri="{FF2B5EF4-FFF2-40B4-BE49-F238E27FC236}">
                <a16:creationId xmlns:a16="http://schemas.microsoft.com/office/drawing/2014/main" id="{A6126ACD-A00C-4676-88AE-13C7EB9C66FF}"/>
              </a:ext>
            </a:extLst>
          </p:cNvPr>
          <p:cNvSpPr>
            <a:spLocks noGrp="1"/>
          </p:cNvSpPr>
          <p:nvPr>
            <p:ph type="sldNum" idx="12"/>
          </p:nvPr>
        </p:nvSpPr>
        <p:spPr/>
        <p:txBody>
          <a:bodyPr/>
          <a:lstStyle/>
          <a:p>
            <a:fld id="{00000000-1234-1234-1234-123412341234}" type="slidenum">
              <a:rPr lang="en-US" smtClean="0"/>
              <a:pPr/>
              <a:t>2</a:t>
            </a:fld>
            <a:endParaRPr lang="en-US"/>
          </a:p>
        </p:txBody>
      </p:sp>
    </p:spTree>
    <p:extLst>
      <p:ext uri="{BB962C8B-B14F-4D97-AF65-F5344CB8AC3E}">
        <p14:creationId xmlns:p14="http://schemas.microsoft.com/office/powerpoint/2010/main" val="225632476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Introduction</a:t>
            </a:r>
          </a:p>
        </p:txBody>
      </p:sp>
      <p:sp>
        <p:nvSpPr>
          <p:cNvPr id="148" name="Google Shape;148;p10"/>
          <p:cNvSpPr txBox="1">
            <a:spLocks noGrp="1"/>
          </p:cNvSpPr>
          <p:nvPr>
            <p:ph type="body" idx="1"/>
          </p:nvPr>
        </p:nvSpPr>
        <p:spPr>
          <a:xfrm>
            <a:off x="502920" y="1325880"/>
            <a:ext cx="6172200" cy="448056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1000"/>
              </a:spcAft>
              <a:buFont typeface="Wingdings" panose="05000000000000000000" pitchFamily="2" charset="2"/>
              <a:buChar char="Ø"/>
            </a:pPr>
            <a:r>
              <a:rPr lang="en-US" sz="2000" b="1" dirty="0">
                <a:latin typeface="FS PF BeauSans Pro"/>
                <a:ea typeface="FS PF BeauSans Pro"/>
                <a:cs typeface="FS PF BeauSans Pro"/>
              </a:rPr>
              <a:t>Zero-shot TTS</a:t>
            </a:r>
            <a:r>
              <a:rPr lang="en-US" sz="2000" dirty="0">
                <a:latin typeface="FS PF BeauSans Pro"/>
                <a:ea typeface="FS PF BeauSans Pro"/>
                <a:cs typeface="FS PF BeauSans Pro"/>
              </a:rPr>
              <a:t>: clones any voice from a few seconds of audio</a:t>
            </a:r>
          </a:p>
          <a:p>
            <a:pPr marL="495300" indent="-342900">
              <a:lnSpc>
                <a:spcPct val="110000"/>
              </a:lnSpc>
              <a:spcAft>
                <a:spcPts val="1000"/>
              </a:spcAft>
              <a:buFont typeface="Wingdings" panose="05000000000000000000" pitchFamily="2" charset="2"/>
              <a:buChar char="Ø"/>
            </a:pPr>
            <a:r>
              <a:rPr lang="en-US" sz="2000" b="1" dirty="0">
                <a:latin typeface="FS PF BeauSans Pro"/>
                <a:ea typeface="FS PF BeauSans Pro"/>
                <a:cs typeface="FS PF BeauSans Pro"/>
              </a:rPr>
              <a:t>NVVs</a:t>
            </a:r>
            <a:r>
              <a:rPr lang="en-US" sz="2000" dirty="0">
                <a:latin typeface="FS PF BeauSans Pro"/>
                <a:ea typeface="FS PF BeauSans Pro"/>
                <a:cs typeface="FS PF BeauSans Pro"/>
              </a:rPr>
              <a:t> (laughter, sighs, breaths, coughs…) carry emotion and intent</a:t>
            </a:r>
          </a:p>
          <a:p>
            <a:pPr marL="495300" indent="-342900">
              <a:lnSpc>
                <a:spcPct val="110000"/>
              </a:lnSpc>
              <a:spcAft>
                <a:spcPts val="1000"/>
              </a:spcAft>
              <a:buFont typeface="Wingdings" panose="05000000000000000000" pitchFamily="2" charset="2"/>
              <a:buChar char="Ø"/>
            </a:pPr>
            <a:r>
              <a:rPr lang="en-US" sz="2000" dirty="0">
                <a:latin typeface="FS PF BeauSans Pro"/>
                <a:ea typeface="FS PF BeauSans Pro"/>
                <a:cs typeface="FS PF BeauSans Pro"/>
              </a:rPr>
              <a:t>Without them, speech sounds flat</a:t>
            </a:r>
          </a:p>
          <a:p>
            <a:pPr marL="495300" indent="-342900">
              <a:lnSpc>
                <a:spcPct val="110000"/>
              </a:lnSpc>
              <a:spcAft>
                <a:spcPts val="1000"/>
              </a:spcAft>
              <a:buFont typeface="Wingdings" panose="05000000000000000000" pitchFamily="2" charset="2"/>
              <a:buChar char="Ø"/>
            </a:pPr>
            <a:r>
              <a:rPr lang="en-US" sz="2000" b="1" dirty="0">
                <a:latin typeface="FS PF BeauSans Pro"/>
                <a:ea typeface="FS PF BeauSans Pro"/>
                <a:cs typeface="FS PF BeauSans Pro"/>
              </a:rPr>
              <a:t>Inline tags</a:t>
            </a:r>
            <a:r>
              <a:rPr lang="en-US" sz="2000" dirty="0">
                <a:latin typeface="FS PF BeauSans Pro"/>
                <a:ea typeface="FS PF BeauSans Pro"/>
                <a:cs typeface="FS PF BeauSans Pro"/>
              </a:rPr>
              <a:t> place the sound: “Thật à </a:t>
            </a:r>
            <a:r>
              <a:rPr lang="en-US" sz="2000" b="1" dirty="0">
                <a:latin typeface="FS PF BeauSans Pro"/>
                <a:ea typeface="FS PF BeauSans Pro"/>
                <a:cs typeface="FS PF BeauSans Pro"/>
              </a:rPr>
              <a:t>[laughter]</a:t>
            </a:r>
            <a:r>
              <a:rPr lang="en-US" sz="2000" dirty="0">
                <a:latin typeface="FS PF BeauSans Pro"/>
                <a:ea typeface="FS PF BeauSans Pro"/>
                <a:cs typeface="FS PF BeauSans Pro"/>
              </a:rPr>
              <a:t> mình không ngờ luôn”</a:t>
            </a:r>
          </a:p>
          <a:p>
            <a:pPr marL="495300" indent="-342900">
              <a:lnSpc>
                <a:spcPct val="110000"/>
              </a:lnSpc>
              <a:spcAft>
                <a:spcPts val="1000"/>
              </a:spcAft>
              <a:buFont typeface="Wingdings" panose="05000000000000000000" pitchFamily="2" charset="2"/>
              <a:buChar char="Ø"/>
            </a:pPr>
            <a:r>
              <a:rPr lang="en-US" sz="2000" b="1" dirty="0">
                <a:latin typeface="FS PF BeauSans Pro"/>
                <a:ea typeface="FS PF BeauSans Pro"/>
                <a:cs typeface="FS PF BeauSans Pro"/>
              </a:rPr>
              <a:t>Used in</a:t>
            </a:r>
            <a:r>
              <a:rPr lang="en-US" sz="2000" dirty="0">
                <a:latin typeface="FS PF BeauSans Pro"/>
                <a:ea typeface="FS PF BeauSans Pro"/>
                <a:cs typeface="FS PF BeauSans Pro"/>
              </a:rPr>
              <a:t>: voice agents, audiobooks, dubbing</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a:t>
            </a:fld>
            <a:endParaRPr lang="en-US" dirty="0"/>
          </a:p>
        </p:txBody>
      </p:sp>
      <p:pic>
        <p:nvPicPr>
          <p:cNvPr id="1010" name="Picture 9" descr="Germany's WDR Implements Text to Speech System for Disaster Messages -  Content + Technology">
            <a:extLst>
              <a:ext uri="{FF2B5EF4-FFF2-40B4-BE49-F238E27FC236}">
                <a16:creationId xmlns:a16="http://schemas.microsoft.com/office/drawing/2014/main" id="{009CCD44-64F3-9237-66BF-50FE06231339}"/>
              </a:ext>
            </a:extLst>
          </p:cNvPr>
          <p:cNvPicPr>
            <a:picLocks noChangeAspect="1"/>
          </p:cNvPicPr>
          <p:nvPr/>
        </p:nvPicPr>
        <p:blipFill>
          <a:blip r:embed="rId4"/>
          <a:stretch>
            <a:fillRect/>
          </a:stretch>
        </p:blipFill>
        <p:spPr>
          <a:xfrm>
            <a:off x="6903720" y="1463040"/>
            <a:ext cx="4754880" cy="2679192"/>
          </a:xfrm>
          <a:prstGeom prst="rect">
            <a:avLst/>
          </a:prstGeom>
        </p:spPr>
      </p:pic>
      <p:pic>
        <p:nvPicPr>
          <p:cNvPr id="7" name="0006">
            <a:hlinkClick r:id="" action="ppaction://media"/>
            <a:extLst>
              <a:ext uri="{FF2B5EF4-FFF2-40B4-BE49-F238E27FC236}">
                <a16:creationId xmlns:a16="http://schemas.microsoft.com/office/drawing/2014/main" id="{E30AAE9C-1F89-FF05-1C93-7FA866DDCE32}"/>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6949440" y="4526280"/>
            <a:ext cx="548640" cy="548640"/>
          </a:xfrm>
          <a:prstGeom prst="rect">
            <a:avLst/>
          </a:prstGeom>
        </p:spPr>
      </p:pic>
      <p:sp>
        <p:nvSpPr>
          <p:cNvPr id="8" name="TextBox 7">
            <a:extLst>
              <a:ext uri="{FF2B5EF4-FFF2-40B4-BE49-F238E27FC236}">
                <a16:creationId xmlns:a16="http://schemas.microsoft.com/office/drawing/2014/main" id="{B0328333-BFCA-E2CF-F6BD-82D876D09314}"/>
              </a:ext>
            </a:extLst>
          </p:cNvPr>
          <p:cNvSpPr txBox="1"/>
          <p:nvPr/>
        </p:nvSpPr>
        <p:spPr>
          <a:xfrm>
            <a:off x="7635240" y="4434840"/>
            <a:ext cx="4023360" cy="777240"/>
          </a:xfrm>
          <a:prstGeom prst="rect">
            <a:avLst/>
          </a:prstGeom>
          <a:noFill/>
        </p:spPr>
        <p:txBody>
          <a:bodyPr wrap="square" rtlCol="0">
            <a:spAutoFit/>
          </a:bodyPr>
          <a:lstStyle/>
          <a:p>
            <a:r>
              <a:rPr lang="en-US" dirty="0" err="1"/>
              <a:t>và</a:t>
            </a:r>
            <a:r>
              <a:rPr lang="en-US" dirty="0"/>
              <a:t> </a:t>
            </a:r>
            <a:r>
              <a:rPr lang="en-US" dirty="0" err="1"/>
              <a:t>nguyễn</a:t>
            </a:r>
            <a:r>
              <a:rPr lang="en-US" dirty="0"/>
              <a:t> </a:t>
            </a:r>
            <a:r>
              <a:rPr lang="en-US" dirty="0" err="1"/>
              <a:t>đô</a:t>
            </a:r>
            <a:r>
              <a:rPr lang="en-US" dirty="0"/>
              <a:t> </a:t>
            </a:r>
            <a:r>
              <a:rPr lang="en-US" dirty="0" err="1"/>
              <a:t>này</a:t>
            </a:r>
            <a:r>
              <a:rPr lang="en-US" dirty="0"/>
              <a:t> </a:t>
            </a:r>
            <a:r>
              <a:rPr lang="en-US" dirty="0" err="1"/>
              <a:t>anh</a:t>
            </a:r>
            <a:r>
              <a:rPr lang="en-US" dirty="0"/>
              <a:t> </a:t>
            </a:r>
            <a:r>
              <a:rPr lang="en-US" dirty="0" err="1"/>
              <a:t>tùng</a:t>
            </a:r>
            <a:r>
              <a:rPr lang="en-US" dirty="0"/>
              <a:t> chia </a:t>
            </a:r>
            <a:r>
              <a:rPr lang="en-US" dirty="0" err="1"/>
              <a:t>sẻ</a:t>
            </a:r>
            <a:r>
              <a:rPr lang="en-US" dirty="0"/>
              <a:t> </a:t>
            </a:r>
            <a:r>
              <a:rPr lang="en-US" dirty="0" err="1"/>
              <a:t>cách</a:t>
            </a:r>
            <a:r>
              <a:rPr lang="en-US" dirty="0"/>
              <a:t>. </a:t>
            </a:r>
            <a:r>
              <a:rPr lang="en-US" dirty="0" err="1"/>
              <a:t>đợi</a:t>
            </a:r>
            <a:r>
              <a:rPr lang="en-US" dirty="0"/>
              <a:t> </a:t>
            </a:r>
            <a:r>
              <a:rPr lang="en-US" dirty="0" err="1"/>
              <a:t>vô</a:t>
            </a:r>
            <a:r>
              <a:rPr lang="en-US" dirty="0"/>
              <a:t> </a:t>
            </a:r>
            <a:r>
              <a:rPr lang="en-US" dirty="0" err="1"/>
              <a:t>địch</a:t>
            </a:r>
            <a:r>
              <a:rPr lang="en-US" dirty="0"/>
              <a:t> </a:t>
            </a:r>
            <a:r>
              <a:rPr lang="en-US" dirty="0" err="1"/>
              <a:t>ipo</a:t>
            </a:r>
            <a:r>
              <a:rPr lang="en-US" dirty="0"/>
              <a:t> </a:t>
            </a:r>
            <a:r>
              <a:rPr lang="en-US" dirty="0" err="1"/>
              <a:t>cho</a:t>
            </a:r>
            <a:r>
              <a:rPr lang="en-US" dirty="0"/>
              <a:t> fan meeting </a:t>
            </a:r>
            <a:r>
              <a:rPr lang="en-US" dirty="0" err="1"/>
              <a:t>tích</a:t>
            </a:r>
            <a:r>
              <a:rPr lang="en-US" dirty="0"/>
              <a:t> </a:t>
            </a:r>
            <a:r>
              <a:rPr lang="en-US" dirty="0" err="1"/>
              <a:t>mới</a:t>
            </a:r>
            <a:r>
              <a:rPr lang="en-US" dirty="0"/>
              <a:t> </a:t>
            </a:r>
            <a:r>
              <a:rPr lang="en-US" dirty="0" err="1"/>
              <a:t>ạ</a:t>
            </a:r>
            <a:r>
              <a:rPr lang="en-US" dirty="0"/>
              <a:t> [laughter]</a:t>
            </a:r>
          </a:p>
        </p:txBody>
      </p:sp>
    </p:spTree>
    <p:extLst>
      <p:ext uri="{BB962C8B-B14F-4D97-AF65-F5344CB8AC3E}">
        <p14:creationId xmlns:p14="http://schemas.microsoft.com/office/powerpoint/2010/main" val="584723571"/>
      </p:ext>
    </p:extLst>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7"/>
                </p:tgtEl>
              </p:cMediaNode>
            </p:audi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lvl="0"/>
            <a:r>
              <a:rPr lang="en-US" dirty="0"/>
              <a:t>Introduction</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4</a:t>
            </a:fld>
            <a:endParaRPr lang="en-US" dirty="0"/>
          </a:p>
        </p:txBody>
      </p:sp>
      <p:sp>
        <p:nvSpPr>
          <p:cNvPr id="1015"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r>
              <a:rPr lang="en-US" sz="900" b="1" dirty="0">
                <a:solidFill>
                  <a:srgbClr val="595959"/>
                </a:solidFill>
                <a:latin typeface="FS PF BeauSans Pro"/>
                <a:ea typeface="FS PF BeauSans Pro"/>
                <a:cs typeface="FS PF BeauSans Pro"/>
              </a:rPr>
              <a:t>NVV-</a:t>
            </a:r>
            <a:r>
              <a:rPr lang="en-US" sz="900" b="1" dirty="0" err="1">
                <a:solidFill>
                  <a:srgbClr val="595959"/>
                </a:solidFill>
                <a:latin typeface="FS PF BeauSans Pro"/>
                <a:ea typeface="FS PF BeauSans Pro"/>
                <a:cs typeface="FS PF BeauSans Pro"/>
              </a:rPr>
              <a:t>SuperBench</a:t>
            </a:r>
            <a:r>
              <a:rPr lang="en-US" sz="900" b="1" dirty="0">
                <a:solidFill>
                  <a:srgbClr val="595959"/>
                </a:solidFill>
                <a:latin typeface="FS PF BeauSans Pro"/>
                <a:ea typeface="FS PF BeauSans Pro"/>
                <a:cs typeface="FS PF BeauSans Pro"/>
              </a:rPr>
              <a:t>: </a:t>
            </a:r>
            <a:r>
              <a:rPr lang="en-US" sz="900" dirty="0">
                <a:solidFill>
                  <a:srgbClr val="595959"/>
                </a:solidFill>
                <a:latin typeface="FS PF BeauSans Pro"/>
                <a:ea typeface="FS PF BeauSans Pro"/>
                <a:cs typeface="FS PF BeauSans Pro"/>
              </a:rPr>
              <a:t>Xue et al., </a:t>
            </a:r>
            <a:r>
              <a:rPr lang="en-US" sz="900" dirty="0"/>
              <a:t>arXiv:2604.16211</a:t>
            </a:r>
            <a:endParaRPr lang="en-US" sz="900" dirty="0">
              <a:solidFill>
                <a:srgbClr val="595959"/>
              </a:solidFill>
              <a:latin typeface="FS PF BeauSans Pro"/>
              <a:ea typeface="FS PF BeauSans Pro"/>
              <a:cs typeface="FS PF BeauSans Pro"/>
            </a:endParaRPr>
          </a:p>
        </p:txBody>
      </p:sp>
      <p:sp>
        <p:nvSpPr>
          <p:cNvPr id="4" name="Text Placeholder 3">
            <a:extLst>
              <a:ext uri="{FF2B5EF4-FFF2-40B4-BE49-F238E27FC236}">
                <a16:creationId xmlns:a16="http://schemas.microsoft.com/office/drawing/2014/main" id="{3989AA92-F76E-A548-A84D-F9C2236EF69A}"/>
              </a:ext>
            </a:extLst>
          </p:cNvPr>
          <p:cNvSpPr>
            <a:spLocks noGrp="1"/>
          </p:cNvSpPr>
          <p:nvPr>
            <p:ph type="body" idx="1"/>
          </p:nvPr>
        </p:nvSpPr>
        <p:spPr/>
        <p:txBody>
          <a:bodyPr/>
          <a:lstStyle/>
          <a:p>
            <a:r>
              <a:rPr lang="en-US" dirty="0"/>
              <a:t>Survey on commercial and open models</a:t>
            </a:r>
          </a:p>
          <a:p>
            <a:pPr marL="76200" indent="0">
              <a:buNone/>
            </a:pPr>
            <a:endParaRPr lang="en-US" dirty="0"/>
          </a:p>
        </p:txBody>
      </p:sp>
      <p:sp>
        <p:nvSpPr>
          <p:cNvPr id="7" name="TextBox 6">
            <a:extLst>
              <a:ext uri="{FF2B5EF4-FFF2-40B4-BE49-F238E27FC236}">
                <a16:creationId xmlns:a16="http://schemas.microsoft.com/office/drawing/2014/main" id="{06507E08-B887-3BC9-7DED-ED2D53AD86B5}"/>
              </a:ext>
            </a:extLst>
          </p:cNvPr>
          <p:cNvSpPr txBox="1"/>
          <p:nvPr/>
        </p:nvSpPr>
        <p:spPr>
          <a:xfrm>
            <a:off x="3613668" y="5285232"/>
            <a:ext cx="4961615" cy="307777"/>
          </a:xfrm>
          <a:prstGeom prst="rect">
            <a:avLst/>
          </a:prstGeom>
          <a:noFill/>
        </p:spPr>
        <p:txBody>
          <a:bodyPr wrap="none" rtlCol="0">
            <a:spAutoFit/>
          </a:bodyPr>
          <a:lstStyle/>
          <a:p>
            <a:r>
              <a:rPr lang="en-US" dirty="0"/>
              <a:t>Table 1: Performance of leading NVV TTS model on English</a:t>
            </a:r>
          </a:p>
        </p:txBody>
      </p:sp>
      <p:graphicFrame>
        <p:nvGraphicFramePr>
          <p:cNvPr id="1016" name="Table survey"/>
          <p:cNvGraphicFramePr>
            <a:graphicFrameLocks noGrp="1"/>
          </p:cNvGraphicFramePr>
          <p:nvPr/>
        </p:nvGraphicFramePr>
        <p:xfrm>
          <a:off x="1523847" y="2103120"/>
          <a:ext cx="9144000" cy="3072384"/>
        </p:xfrm>
        <a:graphic>
          <a:graphicData uri="http://schemas.openxmlformats.org/drawingml/2006/table">
            <a:tbl>
              <a:tblPr firstRow="1"/>
              <a:tblGrid>
                <a:gridCol w="3657600"/>
                <a:gridCol w="2377440"/>
                <a:gridCol w="3108960"/>
              </a:tblGrid>
              <a:tr h="438912">
                <a:tc>
                  <a:txBody>
                    <a:bodyPr/>
                    <a:lstStyle/>
                    <a:p>
                      <a:pPr algn="l"/>
                      <a:r>
                        <a:rPr lang="en-US" sz="1500" b="1" dirty="0">
                          <a:solidFill>
                            <a:srgbClr val="262626"/>
                          </a:solidFill>
                          <a:latin typeface="FS PF BeauSans Pro"/>
                          <a:ea typeface="FS PF BeauSans Pro"/>
                          <a:cs typeface="FS PF BeauSans Pro"/>
                        </a:rPr>
                        <a:t>System tested</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NVV recall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Unmatched target NVVs ↓</a:t>
                      </a:r>
                    </a:p>
                  </a:txBody>
                  <a:tcPr marL="68580" marR="68580" marT="22860" marB="22860" anchor="ctr">
                    <a:lnL w="0">
                      <a:noFill/>
                    </a:lnL>
                    <a:lnR w="0">
                      <a:noFill/>
                    </a:lnR>
                    <a:lnT w="19050">
                      <a:solidFill>
                        <a:srgbClr val="262626"/>
                      </a:solidFill>
                    </a:lnT>
                    <a:lnB w="9525">
                      <a:solidFill>
                        <a:srgbClr val="262626"/>
                      </a:solidFill>
                    </a:lnB>
                    <a:noFill/>
                  </a:tcPr>
                </a:tc>
              </a:tr>
              <a:tr h="438912">
                <a:tc>
                  <a:txBody>
                    <a:bodyPr/>
                    <a:lstStyle/>
                    <a:p>
                      <a:pPr algn="l"/>
                      <a:r>
                        <a:rPr lang="en-US" sz="1500" dirty="0">
                          <a:solidFill>
                            <a:srgbClr val="262626"/>
                          </a:solidFill>
                          <a:latin typeface="FS PF BeauSans Pro"/>
                          <a:ea typeface="FS PF BeauSans Pro"/>
                          <a:cs typeface="FS PF BeauSans Pro"/>
                        </a:rPr>
                        <a:t>ElevenLabs</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78.7%</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21.3%</a:t>
                      </a:r>
                    </a:p>
                  </a:txBody>
                  <a:tcPr marL="68580" marR="68580" marT="22860" marB="22860" anchor="ctr">
                    <a:lnL w="0">
                      <a:noFill/>
                    </a:lnL>
                    <a:lnR w="0">
                      <a:noFill/>
                    </a:lnR>
                    <a:lnT w="0">
                      <a:noFill/>
                    </a:lnT>
                    <a:lnB w="0">
                      <a:noFill/>
                    </a:lnB>
                    <a:noFill/>
                  </a:tcPr>
                </a:tc>
              </a:tr>
              <a:tr h="438912">
                <a:tc>
                  <a:txBody>
                    <a:bodyPr/>
                    <a:lstStyle/>
                    <a:p>
                      <a:pPr algn="l"/>
                      <a:r>
                        <a:rPr lang="en-US" sz="1500" dirty="0">
                          <a:solidFill>
                            <a:srgbClr val="262626"/>
                          </a:solidFill>
                          <a:latin typeface="FS PF BeauSans Pro"/>
                          <a:ea typeface="FS PF BeauSans Pro"/>
                          <a:cs typeface="FS PF BeauSans Pro"/>
                        </a:rPr>
                        <a:t>Orpheus TTS</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77.4%</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22.6%</a:t>
                      </a:r>
                    </a:p>
                  </a:txBody>
                  <a:tcPr marL="68580" marR="68580" marT="22860" marB="22860" anchor="ctr">
                    <a:lnL w="0">
                      <a:noFill/>
                    </a:lnL>
                    <a:lnR w="0">
                      <a:noFill/>
                    </a:lnR>
                    <a:lnT w="0">
                      <a:noFill/>
                    </a:lnT>
                    <a:lnB w="0">
                      <a:noFill/>
                    </a:lnB>
                    <a:noFill/>
                  </a:tcPr>
                </a:tc>
              </a:tr>
              <a:tr h="438912">
                <a:tc>
                  <a:txBody>
                    <a:bodyPr/>
                    <a:lstStyle/>
                    <a:p>
                      <a:pPr algn="l"/>
                      <a:r>
                        <a:rPr lang="en-US" sz="1500" dirty="0">
                          <a:solidFill>
                            <a:srgbClr val="262626"/>
                          </a:solidFill>
                          <a:latin typeface="FS PF BeauSans Pro"/>
                          <a:ea typeface="FS PF BeauSans Pro"/>
                          <a:cs typeface="FS PF BeauSans Pro"/>
                        </a:rPr>
                        <a:t>Dia</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70.5%</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29.5%</a:t>
                      </a:r>
                    </a:p>
                  </a:txBody>
                  <a:tcPr marL="68580" marR="68580" marT="22860" marB="22860" anchor="ctr">
                    <a:lnL w="0">
                      <a:noFill/>
                    </a:lnL>
                    <a:lnR w="0">
                      <a:noFill/>
                    </a:lnR>
                    <a:lnT w="0">
                      <a:noFill/>
                    </a:lnT>
                    <a:lnB w="0">
                      <a:noFill/>
                    </a:lnB>
                    <a:noFill/>
                  </a:tcPr>
                </a:tc>
              </a:tr>
              <a:tr h="438912">
                <a:tc>
                  <a:txBody>
                    <a:bodyPr/>
                    <a:lstStyle/>
                    <a:p>
                      <a:pPr algn="l"/>
                      <a:r>
                        <a:rPr lang="en-US" sz="1500" dirty="0">
                          <a:solidFill>
                            <a:srgbClr val="262626"/>
                          </a:solidFill>
                          <a:latin typeface="FS PF BeauSans Pro"/>
                          <a:ea typeface="FS PF BeauSans Pro"/>
                          <a:cs typeface="FS PF BeauSans Pro"/>
                        </a:rPr>
                        <a:t>Bark</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70.0%</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30.0%</a:t>
                      </a:r>
                    </a:p>
                  </a:txBody>
                  <a:tcPr marL="68580" marR="68580" marT="22860" marB="22860" anchor="ctr">
                    <a:lnL w="0">
                      <a:noFill/>
                    </a:lnL>
                    <a:lnR w="0">
                      <a:noFill/>
                    </a:lnR>
                    <a:lnT w="0">
                      <a:noFill/>
                    </a:lnT>
                    <a:lnB w="0">
                      <a:noFill/>
                    </a:lnB>
                    <a:noFill/>
                  </a:tcPr>
                </a:tc>
              </a:tr>
              <a:tr h="438912">
                <a:tc>
                  <a:txBody>
                    <a:bodyPr/>
                    <a:lstStyle/>
                    <a:p>
                      <a:pPr algn="l"/>
                      <a:r>
                        <a:rPr lang="en-US" sz="1500" dirty="0">
                          <a:solidFill>
                            <a:srgbClr val="262626"/>
                          </a:solidFill>
                          <a:latin typeface="FS PF BeauSans Pro"/>
                          <a:ea typeface="FS PF BeauSans Pro"/>
                          <a:cs typeface="FS PF BeauSans Pro"/>
                        </a:rPr>
                        <a:t>CosyVoice 2</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45.1%</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54.9%</a:t>
                      </a:r>
                    </a:p>
                  </a:txBody>
                  <a:tcPr marL="68580" marR="68580" marT="22860" marB="22860" anchor="ctr">
                    <a:lnL w="0">
                      <a:noFill/>
                    </a:lnL>
                    <a:lnR w="0">
                      <a:noFill/>
                    </a:lnR>
                    <a:lnT w="0">
                      <a:noFill/>
                    </a:lnT>
                    <a:lnB w="0">
                      <a:noFill/>
                    </a:lnB>
                    <a:noFill/>
                  </a:tcPr>
                </a:tc>
              </a:tr>
              <a:tr h="438912">
                <a:tc>
                  <a:txBody>
                    <a:bodyPr/>
                    <a:lstStyle/>
                    <a:p>
                      <a:pPr algn="l"/>
                      <a:r>
                        <a:rPr lang="en-US" sz="1500" dirty="0">
                          <a:solidFill>
                            <a:srgbClr val="262626"/>
                          </a:solidFill>
                          <a:latin typeface="FS PF BeauSans Pro"/>
                          <a:ea typeface="FS PF BeauSans Pro"/>
                          <a:cs typeface="FS PF BeauSans Pro"/>
                        </a:rPr>
                        <a:t>Fish-Speech</a:t>
                      </a:r>
                    </a:p>
                  </a:txBody>
                  <a:tcPr marL="68580" marR="68580" marT="22860" marB="22860" anchor="ctr">
                    <a:lnL w="0">
                      <a:noFill/>
                    </a:lnL>
                    <a:lnR w="0">
                      <a:noFill/>
                    </a:lnR>
                    <a:lnT w="0">
                      <a:noFill/>
                    </a:lnT>
                    <a:lnB w="19050">
                      <a:solidFill>
                        <a:srgbClr val="262626"/>
                      </a:solidFill>
                    </a:lnB>
                    <a:noFill/>
                  </a:tcPr>
                </a:tc>
                <a:tc>
                  <a:txBody>
                    <a:bodyPr/>
                    <a:lstStyle/>
                    <a:p>
                      <a:pPr algn="ctr"/>
                      <a:r>
                        <a:rPr lang="en-US" sz="1500" dirty="0">
                          <a:solidFill>
                            <a:srgbClr val="262626"/>
                          </a:solidFill>
                          <a:latin typeface="FS PF BeauSans Pro"/>
                          <a:ea typeface="FS PF BeauSans Pro"/>
                          <a:cs typeface="FS PF BeauSans Pro"/>
                        </a:rPr>
                        <a:t>41.8%</a:t>
                      </a:r>
                    </a:p>
                  </a:txBody>
                  <a:tcPr marL="68580" marR="68580" marT="22860" marB="22860" anchor="ctr">
                    <a:lnL w="0">
                      <a:noFill/>
                    </a:lnL>
                    <a:lnR w="0">
                      <a:noFill/>
                    </a:lnR>
                    <a:lnT w="0">
                      <a:noFill/>
                    </a:lnT>
                    <a:lnB w="19050">
                      <a:solidFill>
                        <a:srgbClr val="262626"/>
                      </a:solidFill>
                    </a:lnB>
                    <a:noFill/>
                  </a:tcPr>
                </a:tc>
                <a:tc>
                  <a:txBody>
                    <a:bodyPr/>
                    <a:lstStyle/>
                    <a:p>
                      <a:pPr algn="ctr"/>
                      <a:r>
                        <a:rPr lang="en-US" sz="1500" dirty="0">
                          <a:solidFill>
                            <a:srgbClr val="262626"/>
                          </a:solidFill>
                          <a:latin typeface="FS PF BeauSans Pro"/>
                          <a:ea typeface="FS PF BeauSans Pro"/>
                          <a:cs typeface="FS PF BeauSans Pro"/>
                        </a:rPr>
                        <a:t>58.2%</a:t>
                      </a:r>
                    </a:p>
                  </a:txBody>
                  <a:tcPr marL="68580" marR="68580" marT="22860" marB="22860" anchor="ctr">
                    <a:lnL w="0">
                      <a:noFill/>
                    </a:lnL>
                    <a:lnR w="0">
                      <a:noFill/>
                    </a:lnR>
                    <a:lnT w="0">
                      <a:noFill/>
                    </a:lnT>
                    <a:lnB w="19050">
                      <a:solidFill>
                        <a:srgbClr val="262626"/>
                      </a:solidFill>
                    </a:lnB>
                    <a:noFill/>
                  </a:tcPr>
                </a:tc>
              </a:tr>
            </a:tbl>
          </a:graphicData>
        </a:graphic>
      </p:graphicFrame>
    </p:spTree>
    <p:extLst>
      <p:ext uri="{BB962C8B-B14F-4D97-AF65-F5344CB8AC3E}">
        <p14:creationId xmlns:p14="http://schemas.microsoft.com/office/powerpoint/2010/main" val="263561530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lvl="0"/>
            <a:r>
              <a:rPr lang="en-US" dirty="0"/>
              <a:t>Introduction</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5</a:t>
            </a:fld>
            <a:endParaRPr lang="en-US" dirty="0"/>
          </a:p>
        </p:txBody>
      </p:sp>
      <p:pic>
        <p:nvPicPr>
          <p:cNvPr id="1010" name="spk_0000_t06_base">
            <a:hlinkClick r:id="" action="ppaction://media"/>
            <a:extLst>
              <a:ext uri="{FF2B5EF4-FFF2-40B4-BE49-F238E27FC236}">
                <a16:creationId xmlns:a16="http://schemas.microsoft.com/office/drawing/2014/main" id="{FC7DB0C0-1EBE-C557-E911-BE74BE789850}"/>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6355080" y="3493008"/>
            <a:ext cx="384048" cy="384048"/>
          </a:xfrm>
          <a:prstGeom prst="rect">
            <a:avLst/>
          </a:prstGeom>
        </p:spPr>
      </p:pic>
      <p:pic>
        <p:nvPicPr>
          <p:cNvPr id="1011" name="spk_0000_t19_base">
            <a:hlinkClick r:id="" action="ppaction://media"/>
            <a:extLst>
              <a:ext uri="{FF2B5EF4-FFF2-40B4-BE49-F238E27FC236}">
                <a16:creationId xmlns:a16="http://schemas.microsoft.com/office/drawing/2014/main" id="{8F46AD6E-C599-B386-4030-D8DC0597AE8A}"/>
              </a:ext>
            </a:extLst>
          </p:cNvPr>
          <p:cNvPicPr>
            <a:picLocks noChangeAspect="1"/>
          </p:cNvPicPr>
          <p:nvPr>
            <a:audioFile r:link="rId4"/>
            <p:extLst>
              <p:ext uri="{DAA4B4D4-6D71-4841-9C94-3DE7FCFB9230}">
                <p14:media xmlns:p14="http://schemas.microsoft.com/office/powerpoint/2010/main" r:embed="rId3"/>
              </p:ext>
            </p:extLst>
          </p:nvPr>
        </p:nvPicPr>
        <p:blipFill>
          <a:blip r:embed="rId6"/>
          <a:stretch>
            <a:fillRect/>
          </a:stretch>
        </p:blipFill>
        <p:spPr>
          <a:xfrm>
            <a:off x="6355080" y="2715768"/>
            <a:ext cx="384048" cy="384048"/>
          </a:xfrm>
          <a:prstGeom prst="rect">
            <a:avLst/>
          </a:prstGeom>
        </p:spPr>
      </p:pic>
      <p:sp>
        <p:nvSpPr>
          <p:cNvPr id="1012" name="TextBox 11">
            <a:extLst>
              <a:ext uri="{FF2B5EF4-FFF2-40B4-BE49-F238E27FC236}">
                <a16:creationId xmlns:a16="http://schemas.microsoft.com/office/drawing/2014/main" id="{1DBC685B-9048-7FBE-7BC3-D7DFB82328AA}"/>
              </a:ext>
            </a:extLst>
          </p:cNvPr>
          <p:cNvSpPr txBox="1"/>
          <p:nvPr/>
        </p:nvSpPr>
        <p:spPr>
          <a:xfrm>
            <a:off x="6903720" y="3429000"/>
            <a:ext cx="4709160" cy="1097280"/>
          </a:xfrm>
          <a:prstGeom prst="rect">
            <a:avLst/>
          </a:prstGeom>
          <a:noFill/>
        </p:spPr>
        <p:txBody>
          <a:bodyPr wrap="square" rtlCol="0">
            <a:noAutofit/>
          </a:bodyPr>
          <a:lstStyle/>
          <a:p>
            <a:pPr algn="l">
              <a:lnSpc>
                <a:spcPct val="110000"/>
              </a:lnSpc>
              <a:buNone/>
            </a:pPr>
            <a:r>
              <a:rPr lang="en-US" sz="1400" dirty="0">
                <a:solidFill>
                  <a:srgbClr val="262626"/>
                </a:solidFill>
                <a:latin typeface="FS PF BeauSans Pro"/>
                <a:ea typeface="FS PF BeauSans Pro"/>
                <a:cs typeface="FS PF BeauSans Pro"/>
              </a:rPr>
              <a:t>Bác Trịnh Lữ trong chương trình Happiness thì có nói một câu, là người trẻ mà cứ nghĩ đến chuyện là tôi phải làm khác người khác là là không được đấy khỏi bản chất của nghệ thuật </a:t>
            </a:r>
            <a:r>
              <a:rPr lang="en-US" sz="1400" b="1" dirty="0">
                <a:solidFill>
                  <a:srgbClr val="EE0033"/>
                </a:solidFill>
                <a:latin typeface="FS PF BeauSans Pro"/>
                <a:ea typeface="FS PF BeauSans Pro"/>
                <a:cs typeface="FS PF BeauSans Pro"/>
              </a:rPr>
              <a:t>[sniff]</a:t>
            </a:r>
          </a:p>
        </p:txBody>
      </p:sp>
      <p:sp>
        <p:nvSpPr>
          <p:cNvPr id="1013" name="TextBox 12">
            <a:extLst>
              <a:ext uri="{FF2B5EF4-FFF2-40B4-BE49-F238E27FC236}">
                <a16:creationId xmlns:a16="http://schemas.microsoft.com/office/drawing/2014/main" id="{37CA96E9-6DBC-6458-5633-70D98A8E1669}"/>
              </a:ext>
            </a:extLst>
          </p:cNvPr>
          <p:cNvSpPr txBox="1"/>
          <p:nvPr/>
        </p:nvSpPr>
        <p:spPr>
          <a:xfrm>
            <a:off x="6903720" y="2651760"/>
            <a:ext cx="4709160" cy="685800"/>
          </a:xfrm>
          <a:prstGeom prst="rect">
            <a:avLst/>
          </a:prstGeom>
          <a:noFill/>
        </p:spPr>
        <p:txBody>
          <a:bodyPr wrap="square" rtlCol="0">
            <a:noAutofit/>
          </a:bodyPr>
          <a:lstStyle/>
          <a:p>
            <a:pPr algn="l">
              <a:lnSpc>
                <a:spcPct val="110000"/>
              </a:lnSpc>
              <a:buNone/>
            </a:pPr>
            <a:r>
              <a:rPr lang="en-US" sz="1400" dirty="0">
                <a:solidFill>
                  <a:srgbClr val="262626"/>
                </a:solidFill>
                <a:latin typeface="FS PF BeauSans Pro"/>
                <a:ea typeface="FS PF BeauSans Pro"/>
                <a:cs typeface="FS PF BeauSans Pro"/>
              </a:rPr>
              <a:t>Bởi vì. Chơi bóng đá mà lại chẳng có quả bóng trong chân </a:t>
            </a:r>
            <a:r>
              <a:rPr lang="en-US" sz="1400" b="1" dirty="0">
                <a:solidFill>
                  <a:srgbClr val="EE0033"/>
                </a:solidFill>
                <a:latin typeface="FS PF BeauSans Pro"/>
                <a:ea typeface="FS PF BeauSans Pro"/>
                <a:cs typeface="FS PF BeauSans Pro"/>
              </a:rPr>
              <a:t>[throatclearing]</a:t>
            </a:r>
            <a:r>
              <a:rPr lang="en-US" sz="1400" dirty="0">
                <a:solidFill>
                  <a:srgbClr val="262626"/>
                </a:solidFill>
                <a:latin typeface="FS PF BeauSans Pro"/>
                <a:ea typeface="FS PF BeauSans Pro"/>
                <a:cs typeface="FS PF BeauSans Pro"/>
              </a:rPr>
              <a:t> mà vẫn phải chơi</a:t>
            </a:r>
          </a:p>
        </p:txBody>
      </p:sp>
      <p:sp>
        <p:nvSpPr>
          <p:cNvPr id="1014" name="TextBox 13">
            <a:extLst>
              <a:ext uri="{FF2B5EF4-FFF2-40B4-BE49-F238E27FC236}">
                <a16:creationId xmlns:a16="http://schemas.microsoft.com/office/drawing/2014/main" id="{E050E9DF-29B6-75C5-DB91-7F2EC91E7B15}"/>
              </a:ext>
            </a:extLst>
          </p:cNvPr>
          <p:cNvSpPr txBox="1"/>
          <p:nvPr/>
        </p:nvSpPr>
        <p:spPr>
          <a:xfrm>
            <a:off x="6355080" y="2148840"/>
            <a:ext cx="5257800" cy="411480"/>
          </a:xfrm>
          <a:prstGeom prst="rect">
            <a:avLst/>
          </a:prstGeom>
          <a:noFill/>
        </p:spPr>
        <p:txBody>
          <a:bodyPr wrap="none" rtlCol="0">
            <a:spAutoFit/>
          </a:bodyPr>
          <a:lstStyle/>
          <a:p>
            <a:pPr algn="l">
              <a:lnSpc>
                <a:spcPct val="100000"/>
              </a:lnSpc>
              <a:buNone/>
            </a:pPr>
            <a:r>
              <a:rPr lang="en-US" sz="1600" b="1" dirty="0">
                <a:solidFill>
                  <a:srgbClr val="262626"/>
                </a:solidFill>
                <a:latin typeface="FS PF BeauSans Pro"/>
                <a:ea typeface="FS PF BeauSans Pro"/>
                <a:cs typeface="FS PF BeauSans Pro"/>
              </a:rPr>
              <a:t>OmniVoice demo</a:t>
            </a:r>
          </a:p>
        </p:txBody>
      </p:sp>
      <p:sp>
        <p:nvSpPr>
          <p:cNvPr id="1016" name="Goal"/>
          <p:cNvSpPr/>
          <p:nvPr/>
        </p:nvSpPr>
        <p:spPr>
          <a:xfrm>
            <a:off x="548640" y="1325880"/>
            <a:ext cx="11064240" cy="566928"/>
          </a:xfrm>
          <a:prstGeom prst="roundRect">
            <a:avLst>
              <a:gd name="adj" fmla="val 8000"/>
            </a:avLst>
          </a:prstGeom>
          <a:solidFill>
            <a:srgbClr val="FDECEC"/>
          </a:solidFill>
          <a:ln>
            <a:noFill/>
          </a:ln>
        </p:spPr>
        <p:txBody>
          <a:bodyPr wrap="square" lIns="137160" tIns="45720" rIns="137160" bIns="45720" anchor="ctr">
            <a:noAutofit/>
          </a:bodyPr>
          <a:lstStyle/>
          <a:p>
            <a:pPr algn="l">
              <a:lnSpc>
                <a:spcPct val="100000"/>
              </a:lnSpc>
              <a:buNone/>
            </a:pPr>
            <a:r>
              <a:rPr lang="en-US" sz="1600" b="1" dirty="0">
                <a:solidFill>
                  <a:srgbClr val="EE0033"/>
                </a:solidFill>
                <a:latin typeface="FS PF BeauSans Pro"/>
                <a:ea typeface="FS PF BeauSans Pro"/>
                <a:cs typeface="FS PF BeauSans Pro"/>
              </a:rPr>
              <a:t>Goal</a:t>
            </a:r>
            <a:r>
              <a:rPr lang="en-US" sz="1600" dirty="0">
                <a:solidFill>
                  <a:srgbClr val="262626"/>
                </a:solidFill>
                <a:latin typeface="FS PF BeauSans Pro"/>
                <a:ea typeface="FS PF BeauSans Pro"/>
                <a:cs typeface="FS PF BeauSans Pro"/>
              </a:rPr>
              <a:t>: a Vietnamese sentence with a tag like </a:t>
            </a:r>
            <a:r>
              <a:rPr lang="en-US" sz="1600" b="1" dirty="0">
                <a:solidFill>
                  <a:srgbClr val="EE0033"/>
                </a:solidFill>
                <a:latin typeface="FS PF BeauSans Pro"/>
                <a:ea typeface="FS PF BeauSans Pro"/>
                <a:cs typeface="FS PF BeauSans Pro"/>
              </a:rPr>
              <a:t>[cough]</a:t>
            </a:r>
            <a:r>
              <a:rPr lang="en-US" sz="1600" dirty="0">
                <a:solidFill>
                  <a:srgbClr val="262626"/>
                </a:solidFill>
                <a:latin typeface="FS PF BeauSans Pro"/>
                <a:ea typeface="FS PF BeauSans Pro"/>
                <a:cs typeface="FS PF BeauSans Pro"/>
              </a:rPr>
              <a:t> → that sound, at that spot, in the cloned voice</a:t>
            </a:r>
          </a:p>
        </p:txBody>
      </p:sp>
      <p:sp>
        <p:nvSpPr>
          <p:cNvPr id="1017" name="Stat no sound"/>
          <p:cNvSpPr/>
          <p:nvPr/>
        </p:nvSpPr>
        <p:spPr>
          <a:xfrm>
            <a:off x="548640" y="2651760"/>
            <a:ext cx="2606040" cy="1600200"/>
          </a:xfrm>
          <a:prstGeom prst="roundRect">
            <a:avLst>
              <a:gd name="adj" fmla="val 8000"/>
            </a:avLst>
          </a:prstGeom>
          <a:solidFill>
            <a:srgbClr val="FFFFFF"/>
          </a:solidFill>
          <a:ln w="12700">
            <a:solidFill>
              <a:srgbClr val="E0E0E0"/>
            </a:solidFill>
          </a:ln>
        </p:spPr>
        <p:txBody>
          <a:bodyPr wrap="square" lIns="137160" tIns="45720" rIns="137160" bIns="45720" anchor="ctr">
            <a:noAutofit/>
          </a:bodyPr>
          <a:lstStyle/>
          <a:p>
            <a:pPr algn="ctr"/>
            <a:r>
              <a:rPr lang="en-US" sz="3600" b="1" dirty="0">
                <a:solidFill>
                  <a:srgbClr val="EE0033"/>
                </a:solidFill>
                <a:latin typeface="FS PF BeauSans Pro"/>
                <a:ea typeface="FS PF BeauSans Pro"/>
                <a:cs typeface="FS PF BeauSans Pro"/>
              </a:rPr>
              <a:t>64%</a:t>
            </a:r>
          </a:p>
          <a:p>
            <a:pPr algn="ctr">
              <a:lnSpc>
                <a:spcPct val="100000"/>
              </a:lnSpc>
            </a:pPr>
            <a:r>
              <a:rPr lang="en-US" sz="1200" dirty="0">
                <a:solidFill>
                  <a:srgbClr val="262626"/>
                </a:solidFill>
                <a:latin typeface="FS PF BeauSans Pro"/>
                <a:ea typeface="FS PF BeauSans Pro"/>
                <a:cs typeface="FS PF BeauSans Pro"/>
              </a:rPr>
              <a:t>of tags: no sound at all</a:t>
            </a:r>
          </a:p>
        </p:txBody>
      </p:sp>
      <p:sp>
        <p:nvSpPr>
          <p:cNvPr id="1018" name="Stat correct"/>
          <p:cNvSpPr/>
          <p:nvPr/>
        </p:nvSpPr>
        <p:spPr>
          <a:xfrm>
            <a:off x="3337560" y="2651760"/>
            <a:ext cx="2606040" cy="1600200"/>
          </a:xfrm>
          <a:prstGeom prst="roundRect">
            <a:avLst>
              <a:gd name="adj" fmla="val 8000"/>
            </a:avLst>
          </a:prstGeom>
          <a:solidFill>
            <a:srgbClr val="FFFFFF"/>
          </a:solidFill>
          <a:ln w="12700">
            <a:solidFill>
              <a:srgbClr val="E0E0E0"/>
            </a:solidFill>
          </a:ln>
        </p:spPr>
        <p:txBody>
          <a:bodyPr wrap="square" lIns="137160" tIns="45720" rIns="137160" bIns="45720" anchor="ctr">
            <a:noAutofit/>
          </a:bodyPr>
          <a:lstStyle/>
          <a:p>
            <a:pPr algn="ctr"/>
            <a:r>
              <a:rPr lang="en-US" sz="3600" b="1" dirty="0">
                <a:solidFill>
                  <a:srgbClr val="EE0033"/>
                </a:solidFill>
                <a:latin typeface="FS PF BeauSans Pro"/>
                <a:ea typeface="FS PF BeauSans Pro"/>
                <a:cs typeface="FS PF BeauSans Pro"/>
              </a:rPr>
              <a:t>11.5%</a:t>
            </a:r>
          </a:p>
          <a:p>
            <a:pPr algn="ctr">
              <a:lnSpc>
                <a:spcPct val="100000"/>
              </a:lnSpc>
            </a:pPr>
            <a:r>
              <a:rPr lang="en-US" sz="1200" dirty="0">
                <a:solidFill>
                  <a:srgbClr val="262626"/>
                </a:solidFill>
                <a:latin typeface="FS PF BeauSans Pro"/>
                <a:ea typeface="FS PF BeauSans Pro"/>
                <a:cs typeface="FS PF BeauSans Pro"/>
              </a:rPr>
              <a:t>right sound, right place</a:t>
            </a:r>
          </a:p>
        </p:txBody>
      </p:sp>
      <p:sp>
        <p:nvSpPr>
          <p:cNvPr id="1019" name="Stats heading"/>
          <p:cNvSpPr txBox="1"/>
          <p:nvPr/>
        </p:nvSpPr>
        <p:spPr>
          <a:xfrm>
            <a:off x="548640" y="2148840"/>
            <a:ext cx="5394960" cy="411480"/>
          </a:xfrm>
          <a:prstGeom prst="rect">
            <a:avLst/>
          </a:prstGeom>
          <a:noFill/>
          <a:ln>
            <a:noFill/>
          </a:ln>
        </p:spPr>
        <p:txBody>
          <a:bodyPr wrap="square" lIns="45720" tIns="45720" rIns="45720" bIns="45720" anchor="t">
            <a:noAutofit/>
          </a:bodyPr>
          <a:lstStyle/>
          <a:p>
            <a:pPr algn="l">
              <a:lnSpc>
                <a:spcPct val="100000"/>
              </a:lnSpc>
              <a:buNone/>
            </a:pPr>
            <a:r>
              <a:rPr lang="en-US" sz="1600" b="1" dirty="0">
                <a:solidFill>
                  <a:srgbClr val="262626"/>
                </a:solidFill>
                <a:latin typeface="FS PF BeauSans Pro"/>
                <a:ea typeface="FS PF BeauSans Pro"/>
                <a:cs typeface="FS PF BeauSans Pro"/>
              </a:rPr>
              <a:t>Released OmniVoice on Vietnamese tags</a:t>
            </a:r>
          </a:p>
        </p:txBody>
      </p:sp>
      <p:sp>
        <p:nvSpPr>
          <p:cNvPr id="1020" name="Footnote citations"/>
          <p:cNvSpPr txBox="1"/>
          <p:nvPr/>
        </p:nvSpPr>
        <p:spPr>
          <a:xfrm>
            <a:off x="411480" y="6172200"/>
            <a:ext cx="8869680" cy="59436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spTree>
    <p:extLst>
      <p:ext uri="{BB962C8B-B14F-4D97-AF65-F5344CB8AC3E}">
        <p14:creationId xmlns:p14="http://schemas.microsoft.com/office/powerpoint/2010/main" val="584723571"/>
      </p:ext>
    </p:extLst>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010"/>
                </p:tgtEl>
              </p:cMediaNode>
            </p:audio>
            <p:audio>
              <p:cMediaNode vol="80000">
                <p:cTn id="3" fill="hold" display="0">
                  <p:stCondLst>
                    <p:cond delay="indefinite"/>
                  </p:stCondLst>
                  <p:endCondLst>
                    <p:cond evt="onStopAudio" delay="0">
                      <p:tgtEl>
                        <p:sldTgt/>
                      </p:tgtEl>
                    </p:cond>
                  </p:endCondLst>
                </p:cTn>
                <p:tgtEl>
                  <p:spTgt spid="1011"/>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lvl="0"/>
            <a:r>
              <a:rPr lang="en-US" dirty="0"/>
              <a:t>Introduction</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6</a:t>
            </a:fld>
            <a:endParaRPr lang="en-US" dirty="0"/>
          </a:p>
        </p:txBody>
      </p:sp>
      <p:sp>
        <p:nvSpPr>
          <p:cNvPr id="147" name="Pain 01"/>
          <p:cNvSpPr/>
          <p:nvPr/>
        </p:nvSpPr>
        <p:spPr>
          <a:xfrm>
            <a:off x="548640" y="1508760"/>
            <a:ext cx="3429000" cy="2331720"/>
          </a:xfrm>
          <a:prstGeom prst="roundRect">
            <a:avLst>
              <a:gd name="adj" fmla="val 6000"/>
            </a:avLst>
          </a:prstGeom>
          <a:solidFill>
            <a:srgbClr val="FFFFFF"/>
          </a:solidFill>
          <a:ln w="12700">
            <a:solidFill>
              <a:srgbClr val="E0E0E0"/>
            </a:solidFill>
          </a:ln>
        </p:spPr>
        <p:txBody>
          <a:bodyPr wrap="square" lIns="137160" tIns="137160" rIns="137160" bIns="137160" anchor="t">
            <a:noAutofit/>
          </a:bodyPr>
          <a:lstStyle/>
          <a:p>
            <a:pPr algn="l">
              <a:lnSpc>
                <a:spcPct val="100000"/>
              </a:lnSpc>
              <a:spcAft>
                <a:spcPts val="600"/>
              </a:spcAft>
              <a:buNone/>
            </a:pPr>
            <a:r>
              <a:rPr lang="en-US" sz="3200" b="1" dirty="0">
                <a:solidFill>
                  <a:srgbClr val="EE0033"/>
                </a:solidFill>
                <a:latin typeface="FS PF BeauSans Pro"/>
                <a:ea typeface="FS PF BeauSans Pro"/>
                <a:cs typeface="FS PF BeauSans Pro"/>
              </a:rPr>
              <a:t>01</a:t>
            </a:r>
          </a:p>
          <a:p>
            <a:pPr algn="l">
              <a:lnSpc>
                <a:spcPct val="105000"/>
              </a:lnSpc>
              <a:spcAft>
                <a:spcPts val="600"/>
              </a:spcAft>
              <a:buNone/>
            </a:pPr>
            <a:r>
              <a:rPr lang="en-US" sz="1800" b="1" dirty="0">
                <a:solidFill>
                  <a:srgbClr val="262626"/>
                </a:solidFill>
                <a:latin typeface="FS PF BeauSans Pro"/>
                <a:ea typeface="FS PF BeauSans Pro"/>
                <a:cs typeface="FS PF BeauSans Pro"/>
              </a:rPr>
              <a:t>No Vietnamese NVV control</a:t>
            </a:r>
          </a:p>
          <a:p>
            <a:pPr algn="l">
              <a:lnSpc>
                <a:spcPct val="115000"/>
              </a:lnSpc>
              <a:buNone/>
            </a:pPr>
            <a:r>
              <a:rPr lang="en-US" sz="1500" dirty="0">
                <a:solidFill>
                  <a:srgbClr val="262626"/>
                </a:solidFill>
                <a:latin typeface="FS PF BeauSans Pro"/>
                <a:ea typeface="FS PF BeauSans Pro"/>
                <a:cs typeface="FS PF BeauSans Pro"/>
              </a:rPr>
              <a:t>Commercial TTS has NVV tags in 13 languages, none of them Vietnamese</a:t>
            </a:r>
          </a:p>
        </p:txBody>
      </p:sp>
      <p:sp>
        <p:nvSpPr>
          <p:cNvPr id="148" name="Pain 02"/>
          <p:cNvSpPr/>
          <p:nvPr/>
        </p:nvSpPr>
        <p:spPr>
          <a:xfrm>
            <a:off x="4251959" y="1508760"/>
            <a:ext cx="3429000" cy="2331720"/>
          </a:xfrm>
          <a:prstGeom prst="roundRect">
            <a:avLst>
              <a:gd name="adj" fmla="val 6000"/>
            </a:avLst>
          </a:prstGeom>
          <a:solidFill>
            <a:srgbClr val="FFFFFF"/>
          </a:solidFill>
          <a:ln w="12700">
            <a:solidFill>
              <a:srgbClr val="E0E0E0"/>
            </a:solidFill>
          </a:ln>
        </p:spPr>
        <p:txBody>
          <a:bodyPr wrap="square" lIns="137160" tIns="137160" rIns="137160" bIns="137160" anchor="t">
            <a:noAutofit/>
          </a:bodyPr>
          <a:lstStyle/>
          <a:p>
            <a:pPr algn="l">
              <a:lnSpc>
                <a:spcPct val="100000"/>
              </a:lnSpc>
              <a:spcAft>
                <a:spcPts val="600"/>
              </a:spcAft>
              <a:buNone/>
            </a:pPr>
            <a:r>
              <a:rPr lang="en-US" sz="3200" b="1" dirty="0">
                <a:solidFill>
                  <a:srgbClr val="EE0033"/>
                </a:solidFill>
                <a:latin typeface="FS PF BeauSans Pro"/>
                <a:ea typeface="FS PF BeauSans Pro"/>
                <a:cs typeface="FS PF BeauSans Pro"/>
              </a:rPr>
              <a:t>02</a:t>
            </a:r>
          </a:p>
          <a:p>
            <a:pPr algn="l">
              <a:lnSpc>
                <a:spcPct val="105000"/>
              </a:lnSpc>
              <a:spcAft>
                <a:spcPts val="600"/>
              </a:spcAft>
              <a:buNone/>
            </a:pPr>
            <a:r>
              <a:rPr lang="en-US" sz="1800" b="1" dirty="0">
                <a:solidFill>
                  <a:srgbClr val="262626"/>
                </a:solidFill>
                <a:latin typeface="FS PF BeauSans Pro"/>
                <a:ea typeface="FS PF BeauSans Pro"/>
                <a:cs typeface="FS PF BeauSans Pro"/>
              </a:rPr>
              <a:t>Tags don't transfer</a:t>
            </a:r>
          </a:p>
          <a:p>
            <a:pPr algn="l">
              <a:lnSpc>
                <a:spcPct val="115000"/>
              </a:lnSpc>
              <a:buNone/>
            </a:pPr>
            <a:r>
              <a:rPr lang="en-US" sz="1500" dirty="0">
                <a:solidFill>
                  <a:srgbClr val="262626"/>
                </a:solidFill>
                <a:latin typeface="FS PF BeauSans Pro"/>
                <a:ea typeface="FS PF BeauSans Pro"/>
                <a:cs typeface="FS PF BeauSans Pro"/>
              </a:rPr>
              <a:t>OmniVoice learned its tags from Chinese and English: 64% of Vietnamese tags make no sound</a:t>
            </a:r>
          </a:p>
        </p:txBody>
      </p:sp>
      <p:sp>
        <p:nvSpPr>
          <p:cNvPr id="149" name="Pain 03"/>
          <p:cNvSpPr/>
          <p:nvPr/>
        </p:nvSpPr>
        <p:spPr>
          <a:xfrm>
            <a:off x="7955279" y="1508760"/>
            <a:ext cx="3429000" cy="2331720"/>
          </a:xfrm>
          <a:prstGeom prst="roundRect">
            <a:avLst>
              <a:gd name="adj" fmla="val 6000"/>
            </a:avLst>
          </a:prstGeom>
          <a:solidFill>
            <a:srgbClr val="FFFFFF"/>
          </a:solidFill>
          <a:ln w="12700">
            <a:solidFill>
              <a:srgbClr val="E0E0E0"/>
            </a:solidFill>
          </a:ln>
        </p:spPr>
        <p:txBody>
          <a:bodyPr wrap="square" lIns="137160" tIns="137160" rIns="137160" bIns="137160" anchor="t">
            <a:noAutofit/>
          </a:bodyPr>
          <a:lstStyle/>
          <a:p>
            <a:pPr algn="l">
              <a:lnSpc>
                <a:spcPct val="100000"/>
              </a:lnSpc>
              <a:spcAft>
                <a:spcPts val="600"/>
              </a:spcAft>
              <a:buNone/>
            </a:pPr>
            <a:r>
              <a:rPr lang="en-US" sz="3200" b="1" dirty="0">
                <a:solidFill>
                  <a:srgbClr val="EE0033"/>
                </a:solidFill>
                <a:latin typeface="FS PF BeauSans Pro"/>
                <a:ea typeface="FS PF BeauSans Pro"/>
                <a:cs typeface="FS PF BeauSans Pro"/>
              </a:rPr>
              <a:t>03</a:t>
            </a:r>
          </a:p>
          <a:p>
            <a:pPr algn="l">
              <a:lnSpc>
                <a:spcPct val="105000"/>
              </a:lnSpc>
              <a:spcAft>
                <a:spcPts val="600"/>
              </a:spcAft>
              <a:buNone/>
            </a:pPr>
            <a:r>
              <a:rPr lang="en-US" sz="1800" b="1" dirty="0">
                <a:solidFill>
                  <a:srgbClr val="262626"/>
                </a:solidFill>
                <a:latin typeface="FS PF BeauSans Pro"/>
                <a:ea typeface="FS PF BeauSans Pro"/>
                <a:cs typeface="FS PF BeauSans Pro"/>
              </a:rPr>
              <a:t>No labelled data</a:t>
            </a:r>
          </a:p>
          <a:p>
            <a:pPr algn="l">
              <a:lnSpc>
                <a:spcPct val="115000"/>
              </a:lnSpc>
              <a:buNone/>
            </a:pPr>
            <a:r>
              <a:rPr lang="en-US" sz="1500" dirty="0">
                <a:solidFill>
                  <a:srgbClr val="262626"/>
                </a:solidFill>
                <a:latin typeface="FS PF BeauSans Pro"/>
                <a:ea typeface="FS PF BeauSans Pro"/>
                <a:cs typeface="FS PF BeauSans Pro"/>
              </a:rPr>
              <a:t>No public Vietnamese speech with NVVs marked where they occur</a:t>
            </a:r>
          </a:p>
        </p:txBody>
      </p:sp>
      <p:sp>
        <p:nvSpPr>
          <p:cNvPr id="150" name="Our approach"/>
          <p:cNvSpPr/>
          <p:nvPr/>
        </p:nvSpPr>
        <p:spPr>
          <a:xfrm>
            <a:off x="548640" y="4206240"/>
            <a:ext cx="10835640" cy="777240"/>
          </a:xfrm>
          <a:prstGeom prst="roundRect">
            <a:avLst>
              <a:gd name="adj" fmla="val 6000"/>
            </a:avLst>
          </a:prstGeom>
          <a:solidFill>
            <a:srgbClr val="FDECEC"/>
          </a:solidFill>
          <a:ln>
            <a:noFill/>
          </a:ln>
        </p:spPr>
        <p:txBody>
          <a:bodyPr wrap="square" lIns="137160" tIns="137160" rIns="137160" bIns="137160" anchor="ctr">
            <a:noAutofit/>
          </a:bodyPr>
          <a:lstStyle/>
          <a:p>
            <a:pPr algn="ctr">
              <a:lnSpc>
                <a:spcPct val="100000"/>
              </a:lnSpc>
              <a:buNone/>
            </a:pPr>
            <a:r>
              <a:rPr lang="en-US" sz="1800" b="1" dirty="0">
                <a:solidFill>
                  <a:srgbClr val="EE0033"/>
                </a:solidFill>
                <a:latin typeface="FS PF BeauSans Pro"/>
                <a:ea typeface="FS PF BeauSans Pro"/>
                <a:cs typeface="FS PF BeauSans Pro"/>
              </a:rPr>
              <a:t>Our approach  →  </a:t>
            </a:r>
            <a:r>
              <a:rPr lang="en-US" sz="1800" b="1" dirty="0">
                <a:solidFill>
                  <a:srgbClr val="262626"/>
                </a:solidFill>
                <a:latin typeface="FS PF BeauSans Pro"/>
                <a:ea typeface="FS PF BeauSans Pro"/>
                <a:cs typeface="FS PF BeauSans Pro"/>
              </a:rPr>
              <a:t>synthesize</a:t>
            </a:r>
            <a:r>
              <a:rPr lang="en-US" sz="1800" dirty="0">
                <a:solidFill>
                  <a:srgbClr val="262626"/>
                </a:solidFill>
                <a:latin typeface="FS PF BeauSans Pro"/>
                <a:ea typeface="FS PF BeauSans Pro"/>
                <a:cs typeface="FS PF BeauSans Pro"/>
              </a:rPr>
              <a:t> Vietnamese NVV data (03), then </a:t>
            </a:r>
            <a:r>
              <a:rPr lang="en-US" sz="1800" b="1" dirty="0">
                <a:solidFill>
                  <a:srgbClr val="262626"/>
                </a:solidFill>
                <a:latin typeface="FS PF BeauSans Pro"/>
                <a:ea typeface="FS PF BeauSans Pro"/>
                <a:cs typeface="FS PF BeauSans Pro"/>
              </a:rPr>
              <a:t>fine-tune</a:t>
            </a:r>
            <a:r>
              <a:rPr lang="en-US" sz="1800" dirty="0">
                <a:solidFill>
                  <a:srgbClr val="262626"/>
                </a:solidFill>
                <a:latin typeface="FS PF BeauSans Pro"/>
                <a:ea typeface="FS PF BeauSans Pro"/>
                <a:cs typeface="FS PF BeauSans Pro"/>
              </a:rPr>
              <a:t> OmniVoice on it (01, 02)</a:t>
            </a:r>
          </a:p>
        </p:txBody>
      </p:sp>
      <p:sp>
        <p:nvSpPr>
          <p:cNvPr id="151" name="Footnote citations"/>
          <p:cNvSpPr txBox="1"/>
          <p:nvPr/>
        </p:nvSpPr>
        <p:spPr>
          <a:xfrm>
            <a:off x="411480" y="6172200"/>
            <a:ext cx="8869680" cy="59436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a:p>
            <a:pPr>
              <a:buNone/>
            </a:pPr>
            <a:r>
              <a:rPr lang="en-US" sz="900" b="1" dirty="0">
                <a:solidFill>
                  <a:srgbClr val="595959"/>
                </a:solidFill>
                <a:latin typeface="FS PF BeauSans Pro"/>
                <a:ea typeface="FS PF BeauSans Pro"/>
                <a:cs typeface="FS PF BeauSans Pro"/>
              </a:rPr>
              <a:t>Fish Audio: </a:t>
            </a:r>
            <a:r>
              <a:rPr lang="en-US" sz="900" dirty="0">
                <a:solidFill>
                  <a:srgbClr val="595959"/>
                </a:solidFill>
                <a:latin typeface="FS PF BeauSans Pro"/>
                <a:ea typeface="FS PF BeauSans Pro"/>
                <a:cs typeface="FS PF BeauSans Pro"/>
              </a:rPr>
              <a:t>Fish Audio, OpenAudio S1, huggingface.co/fishaudio/openaudio-s1-mini, 2025</a:t>
            </a:r>
          </a:p>
        </p:txBody>
      </p:sp>
    </p:spTree>
    <p:extLst>
      <p:ext uri="{BB962C8B-B14F-4D97-AF65-F5344CB8AC3E}">
        <p14:creationId xmlns:p14="http://schemas.microsoft.com/office/powerpoint/2010/main" val="5847235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Overview</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7</a:t>
            </a:fld>
            <a:endParaRPr lang="en-US" dirty="0"/>
          </a:p>
        </p:txBody>
      </p:sp>
      <p:sp>
        <p:nvSpPr>
          <p:cNvPr id="149" name="Footnote citations"/>
          <p:cNvSpPr txBox="1"/>
          <p:nvPr/>
        </p:nvSpPr>
        <p:spPr>
          <a:xfrm>
            <a:off x="228600" y="6282466"/>
            <a:ext cx="5268558" cy="484093"/>
          </a:xfrm>
          <a:prstGeom prst="rect">
            <a:avLst/>
          </a:prstGeom>
          <a:noFill/>
          <a:ln>
            <a:noFill/>
          </a:ln>
        </p:spPr>
        <p:txBody>
          <a:bodyPr wrap="square" lIns="45720" tIns="45720" rIns="45720" bIns="45720" anchor="b">
            <a:noAutofit/>
          </a:bodyPr>
          <a:lstStyle/>
          <a:p>
            <a:pPr>
              <a:buNone/>
            </a:pPr>
            <a:r>
              <a:rPr lang="en-US" sz="800" b="1" dirty="0">
                <a:solidFill>
                  <a:srgbClr val="595959"/>
                </a:solidFill>
                <a:latin typeface="FS PF BeauSans Pro"/>
                <a:ea typeface="FS PF BeauSans Pro"/>
                <a:cs typeface="FS PF BeauSans Pro"/>
              </a:rPr>
              <a:t>OmniVoice: </a:t>
            </a:r>
            <a:r>
              <a:rPr lang="en-US" sz="800" dirty="0">
                <a:solidFill>
                  <a:srgbClr val="595959"/>
                </a:solidFill>
                <a:latin typeface="FS PF BeauSans Pro"/>
                <a:ea typeface="FS PF BeauSans Pro"/>
                <a:cs typeface="FS PF BeauSans Pro"/>
              </a:rPr>
              <a:t>Zhu et al., arXiv:2604.00688, 2026</a:t>
            </a:r>
          </a:p>
          <a:p>
            <a:pPr>
              <a:buNone/>
            </a:pPr>
            <a:r>
              <a:rPr lang="en-US" sz="800" b="1" dirty="0">
                <a:solidFill>
                  <a:srgbClr val="595959"/>
                </a:solidFill>
                <a:latin typeface="FS PF BeauSans Pro"/>
                <a:ea typeface="FS PF BeauSans Pro"/>
                <a:cs typeface="FS PF BeauSans Pro"/>
              </a:rPr>
              <a:t>Qwen3-Omni: </a:t>
            </a:r>
            <a:r>
              <a:rPr lang="en-US" sz="800" dirty="0">
                <a:solidFill>
                  <a:srgbClr val="595959"/>
                </a:solidFill>
                <a:latin typeface="FS PF BeauSans Pro"/>
                <a:ea typeface="FS PF BeauSans Pro"/>
                <a:cs typeface="FS PF BeauSans Pro"/>
              </a:rPr>
              <a:t>Qwen Team, arXiv:2509.17765, 2025</a:t>
            </a:r>
          </a:p>
          <a:p>
            <a:pPr>
              <a:buNone/>
            </a:pPr>
            <a:r>
              <a:rPr lang="en-US" sz="800" b="1" dirty="0">
                <a:solidFill>
                  <a:srgbClr val="595959"/>
                </a:solidFill>
                <a:latin typeface="FS PF BeauSans Pro"/>
                <a:ea typeface="FS PF BeauSans Pro"/>
                <a:cs typeface="FS PF BeauSans Pro"/>
              </a:rPr>
              <a:t>Seed-VC: </a:t>
            </a:r>
            <a:r>
              <a:rPr lang="en-US" sz="800" dirty="0">
                <a:solidFill>
                  <a:srgbClr val="595959"/>
                </a:solidFill>
                <a:latin typeface="FS PF BeauSans Pro"/>
                <a:ea typeface="FS PF BeauSans Pro"/>
                <a:cs typeface="FS PF BeauSans Pro"/>
              </a:rPr>
              <a:t>Liu, arXiv:2411.09943, 2024</a:t>
            </a:r>
          </a:p>
          <a:p>
            <a:pPr>
              <a:buNone/>
            </a:pPr>
            <a:r>
              <a:rPr lang="en-US" sz="800" b="1" dirty="0">
                <a:solidFill>
                  <a:srgbClr val="595959"/>
                </a:solidFill>
                <a:latin typeface="FS PF BeauSans Pro"/>
                <a:ea typeface="FS PF BeauSans Pro"/>
                <a:cs typeface="FS PF BeauSans Pro"/>
              </a:rPr>
              <a:t>NISQA: </a:t>
            </a:r>
            <a:r>
              <a:rPr lang="en-US" sz="800" dirty="0">
                <a:solidFill>
                  <a:srgbClr val="595959"/>
                </a:solidFill>
                <a:latin typeface="FS PF BeauSans Pro"/>
                <a:ea typeface="FS PF BeauSans Pro"/>
                <a:cs typeface="FS PF BeauSans Pro"/>
              </a:rPr>
              <a:t>Mittag et al., Interspeech 2021</a:t>
            </a:r>
          </a:p>
        </p:txBody>
      </p:sp>
      <p:pic>
        <p:nvPicPr>
          <p:cNvPr id="150" name="Figure overview (Canva)" descr="Overview: (a) training-data synthesis: pause detection, tag selection, clip selection, voice conversion, splicing, filter; (b) fine-tuning OmniVoice"/>
          <p:cNvPicPr>
            <a:picLocks noChangeAspect="1"/>
          </p:cNvPicPr>
          <p:nvPr/>
        </p:nvPicPr>
        <p:blipFill>
          <a:blip r:embed="rId2"/>
          <a:stretch>
            <a:fillRect/>
          </a:stretch>
        </p:blipFill>
        <p:spPr>
          <a:xfrm>
            <a:off x="2577922" y="176756"/>
            <a:ext cx="6798943" cy="5808307"/>
          </a:xfrm>
          <a:prstGeom prst="rect">
            <a:avLst/>
          </a:prstGeom>
        </p:spPr>
      </p:pic>
    </p:spTree>
    <p:extLst>
      <p:ext uri="{BB962C8B-B14F-4D97-AF65-F5344CB8AC3E}">
        <p14:creationId xmlns:p14="http://schemas.microsoft.com/office/powerpoint/2010/main" val="307173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NVV clip pool</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Built once before synthesis: clean, isolated NVV clips pooled from several corpora into 17 classes.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8</a:t>
            </a:fld>
            <a:endParaRPr lang="en-US" dirty="0"/>
          </a:p>
        </p:txBody>
      </p:sp>
      <p:sp>
        <p:nvSpPr>
          <p:cNvPr id="1009" name="Step 0"/>
          <p:cNvSpPr txBox="1"/>
          <p:nvPr/>
        </p:nvSpPr>
        <p:spPr>
          <a:xfrm>
            <a:off x="102108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Clip pool</a:t>
            </a:r>
          </a:p>
        </p:txBody>
      </p:sp>
      <p:sp>
        <p:nvSpPr>
          <p:cNvPr id="1010" name="Step 1"/>
          <p:cNvSpPr txBox="1"/>
          <p:nvPr/>
        </p:nvSpPr>
        <p:spPr>
          <a:xfrm>
            <a:off x="24841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1  Pause detection</a:t>
            </a:r>
          </a:p>
        </p:txBody>
      </p:sp>
      <p:sp>
        <p:nvSpPr>
          <p:cNvPr id="1011" name="Step 2"/>
          <p:cNvSpPr txBox="1"/>
          <p:nvPr/>
        </p:nvSpPr>
        <p:spPr>
          <a:xfrm>
            <a:off x="394716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2  Tag selection</a:t>
            </a:r>
          </a:p>
        </p:txBody>
      </p:sp>
      <p:sp>
        <p:nvSpPr>
          <p:cNvPr id="1012" name="Step 3"/>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3"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4"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5"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32" name="Input card"/>
          <p:cNvSpPr/>
          <p:nvPr/>
        </p:nvSpPr>
        <p:spPr>
          <a:xfrm>
            <a:off x="426720" y="2712720"/>
            <a:ext cx="262128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33" name="Input label"/>
          <p:cNvSpPr txBox="1"/>
          <p:nvPr/>
        </p:nvSpPr>
        <p:spPr>
          <a:xfrm>
            <a:off x="609600" y="2846832"/>
            <a:ext cx="225552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34" name="Chip VocalSound"/>
          <p:cNvSpPr txBox="1"/>
          <p:nvPr/>
        </p:nvSpPr>
        <p:spPr>
          <a:xfrm>
            <a:off x="609600" y="3221736"/>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VocalSound</a:t>
            </a:r>
          </a:p>
        </p:txBody>
      </p:sp>
      <p:sp>
        <p:nvSpPr>
          <p:cNvPr id="1035" name="Chip Nonspeech7k"/>
          <p:cNvSpPr txBox="1"/>
          <p:nvPr/>
        </p:nvSpPr>
        <p:spPr>
          <a:xfrm>
            <a:off x="609600" y="3538728"/>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Nonspeech7k</a:t>
            </a:r>
          </a:p>
        </p:txBody>
      </p:sp>
      <p:sp>
        <p:nvSpPr>
          <p:cNvPr id="1036" name="Chip FSD50K"/>
          <p:cNvSpPr txBox="1"/>
          <p:nvPr/>
        </p:nvSpPr>
        <p:spPr>
          <a:xfrm>
            <a:off x="609600" y="3855720"/>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FSD50K</a:t>
            </a:r>
          </a:p>
        </p:txBody>
      </p:sp>
      <p:sp>
        <p:nvSpPr>
          <p:cNvPr id="1037" name="Chip NVS-38K"/>
          <p:cNvSpPr txBox="1"/>
          <p:nvPr/>
        </p:nvSpPr>
        <p:spPr>
          <a:xfrm>
            <a:off x="609600" y="4172712"/>
            <a:ext cx="2255520" cy="256032"/>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NVS-38K</a:t>
            </a:r>
          </a:p>
        </p:txBody>
      </p:sp>
      <p:sp>
        <p:nvSpPr>
          <p:cNvPr id="1038" name="Input caption"/>
          <p:cNvSpPr txBox="1"/>
          <p:nvPr/>
        </p:nvSpPr>
        <p:spPr>
          <a:xfrm>
            <a:off x="609600" y="4529328"/>
            <a:ext cx="225552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Existing NVV corpora</a:t>
            </a:r>
            <a:r>
              <a:rPr lang="en-US" sz="1333" dirty="0">
                <a:solidFill>
                  <a:srgbClr val="000000"/>
                </a:solidFill>
                <a:latin typeface="FS PF BeauSans Pro"/>
                <a:ea typeface="FS PF BeauSans Pro"/>
                <a:cs typeface="FS PF BeauSans Pro"/>
                <a:sym typeface="FS PF BeauSans Pro"/>
              </a:rPr>
              <a:t> and a tagged speech corpus</a:t>
            </a:r>
          </a:p>
        </p:txBody>
      </p:sp>
      <p:sp>
        <p:nvSpPr>
          <p:cNvPr id="1039" name="Process card"/>
          <p:cNvSpPr/>
          <p:nvPr/>
        </p:nvSpPr>
        <p:spPr>
          <a:xfrm>
            <a:off x="3596640" y="2712720"/>
            <a:ext cx="304800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40" name="Process label"/>
          <p:cNvSpPr txBox="1"/>
          <p:nvPr/>
        </p:nvSpPr>
        <p:spPr>
          <a:xfrm>
            <a:off x="3779520" y="2846832"/>
            <a:ext cx="268224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41" name="Process visual text"/>
          <p:cNvSpPr txBox="1"/>
          <p:nvPr/>
        </p:nvSpPr>
        <p:spPr>
          <a:xfrm>
            <a:off x="3779520" y="3200400"/>
            <a:ext cx="2682240" cy="1249680"/>
          </a:xfrm>
          <a:prstGeom prst="rect">
            <a:avLst/>
          </a:prstGeom>
          <a:noFill/>
          <a:ln>
            <a:noFill/>
          </a:ln>
        </p:spPr>
        <p:txBody>
          <a:bodyPr wrap="square" lIns="0" tIns="0" rIns="0" bIns="0" rtlCol="0" anchor="ctr">
            <a:noAutofit/>
          </a:bodyPr>
          <a:lstStyle/>
          <a:p>
            <a:pPr algn="ctr">
              <a:spcAft>
                <a:spcPts val="333"/>
              </a:spcAft>
            </a:pPr>
            <a:r>
              <a:rPr lang="en-US" sz="1200" b="1" dirty="0">
                <a:solidFill>
                  <a:srgbClr val="404155"/>
                </a:solidFill>
                <a:latin typeface="FS PF BeauSans Pro"/>
                <a:ea typeface="FS PF BeauSans Pro"/>
                <a:cs typeface="FS PF BeauSans Pro"/>
                <a:sym typeface="FS PF BeauSans Pro"/>
              </a:rPr>
              <a:t>Right class (FlexSED)</a:t>
            </a:r>
          </a:p>
          <a:p>
            <a:pPr algn="ctr">
              <a:spcAft>
                <a:spcPts val="333"/>
              </a:spcAft>
            </a:pPr>
            <a:r>
              <a:rPr lang="en-US" sz="1200" b="1" dirty="0">
                <a:solidFill>
                  <a:srgbClr val="404155"/>
                </a:solidFill>
                <a:latin typeface="FS PF BeauSans Pro"/>
                <a:ea typeface="FS PF BeauSans Pro"/>
                <a:cs typeface="FS PF BeauSans Pro"/>
                <a:sym typeface="FS PF BeauSans Pro"/>
              </a:rPr>
              <a:t>No speech (Qwen3-ASR)</a:t>
            </a:r>
          </a:p>
          <a:p>
            <a:pPr algn="ctr">
              <a:spcAft>
                <a:spcPts val="333"/>
              </a:spcAft>
            </a:pPr>
            <a:r>
              <a:rPr lang="en-US" sz="1200" b="1" dirty="0">
                <a:solidFill>
                  <a:srgbClr val="404155"/>
                </a:solidFill>
                <a:latin typeface="FS PF BeauSans Pro"/>
                <a:ea typeface="FS PF BeauSans Pro"/>
                <a:cs typeface="FS PF BeauSans Pro"/>
                <a:sym typeface="FS PF BeauSans Pro"/>
              </a:rPr>
              <a:t>Plausible length</a:t>
            </a:r>
          </a:p>
          <a:p>
            <a:pPr algn="ctr">
              <a:spcAft>
                <a:spcPts val="333"/>
              </a:spcAft>
            </a:pPr>
            <a:r>
              <a:rPr lang="en-US" sz="1200" b="1" dirty="0">
                <a:solidFill>
                  <a:srgbClr val="404155"/>
                </a:solidFill>
                <a:latin typeface="FS PF BeauSans Pro"/>
                <a:ea typeface="FS PF BeauSans Pro"/>
                <a:cs typeface="FS PF BeauSans Pro"/>
                <a:sym typeface="FS PF BeauSans Pro"/>
              </a:rPr>
              <a:t>SNR ≥ 6 dB, no clipping</a:t>
            </a:r>
          </a:p>
        </p:txBody>
      </p:sp>
      <p:sp>
        <p:nvSpPr>
          <p:cNvPr id="1042" name="Process caption"/>
          <p:cNvSpPr txBox="1"/>
          <p:nvPr/>
        </p:nvSpPr>
        <p:spPr>
          <a:xfrm>
            <a:off x="3779520" y="4529328"/>
            <a:ext cx="268224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Locate, trim and check</a:t>
            </a:r>
            <a:r>
              <a:rPr lang="en-US" sz="1333" dirty="0">
                <a:solidFill>
                  <a:srgbClr val="000000"/>
                </a:solidFill>
                <a:latin typeface="FS PF BeauSans Pro"/>
                <a:ea typeface="FS PF BeauSans Pro"/>
                <a:cs typeface="FS PF BeauSans Pro"/>
                <a:sym typeface="FS PF BeauSans Pro"/>
              </a:rPr>
              <a:t> each event; keep only clean, isolated ones</a:t>
            </a:r>
          </a:p>
        </p:txBody>
      </p:sp>
      <p:sp>
        <p:nvSpPr>
          <p:cNvPr id="1043" name="Output card"/>
          <p:cNvSpPr/>
          <p:nvPr/>
        </p:nvSpPr>
        <p:spPr>
          <a:xfrm>
            <a:off x="7193280" y="2712720"/>
            <a:ext cx="457200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44" name="Output label"/>
          <p:cNvSpPr txBox="1"/>
          <p:nvPr/>
        </p:nvSpPr>
        <p:spPr>
          <a:xfrm>
            <a:off x="7376160" y="2846832"/>
            <a:ext cx="420624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59" name="Output caption"/>
          <p:cNvSpPr txBox="1"/>
          <p:nvPr/>
        </p:nvSpPr>
        <p:spPr>
          <a:xfrm>
            <a:off x="7376160" y="4529328"/>
            <a:ext cx="420624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Clip pool</a:t>
            </a:r>
            <a:r>
              <a:rPr lang="en-US" sz="1333" dirty="0">
                <a:solidFill>
                  <a:srgbClr val="000000"/>
                </a:solidFill>
                <a:latin typeface="FS PF BeauSans Pro"/>
                <a:ea typeface="FS PF BeauSans Pro"/>
                <a:cs typeface="FS PF BeauSans Pro"/>
                <a:sym typeface="FS PF BeauSans Pro"/>
              </a:rPr>
              <a:t>: 17 NVV classes</a:t>
            </a:r>
          </a:p>
        </p:txBody>
      </p:sp>
      <p:sp>
        <p:nvSpPr>
          <p:cNvPr id="1060" name="Flow arrow 1"/>
          <p:cNvSpPr/>
          <p:nvPr/>
        </p:nvSpPr>
        <p:spPr>
          <a:xfrm>
            <a:off x="315468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61" name="Flow arrow 2"/>
          <p:cNvSpPr/>
          <p:nvPr/>
        </p:nvSpPr>
        <p:spPr>
          <a:xfrm>
            <a:off x="67513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6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FlexSED: </a:t>
            </a:r>
            <a:r>
              <a:rPr lang="en-US" sz="900" dirty="0">
                <a:solidFill>
                  <a:srgbClr val="595959"/>
                </a:solidFill>
                <a:latin typeface="FS PF BeauSans Pro"/>
                <a:ea typeface="FS PF BeauSans Pro"/>
                <a:cs typeface="FS PF BeauSans Pro"/>
              </a:rPr>
              <a:t>Hai et al., arXiv:2509.18606, 2025</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p:txBody>
      </p:sp>
      <p:sp>
        <p:nvSpPr>
          <p:cNvPr id="1063" name="Chip laughter"/>
          <p:cNvSpPr txBox="1"/>
          <p:nvPr/>
        </p:nvSpPr>
        <p:spPr>
          <a:xfrm>
            <a:off x="7376160" y="3169920"/>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laughter</a:t>
            </a:r>
          </a:p>
        </p:txBody>
      </p:sp>
      <p:sp>
        <p:nvSpPr>
          <p:cNvPr id="1064" name="Chip sigh"/>
          <p:cNvSpPr txBox="1"/>
          <p:nvPr/>
        </p:nvSpPr>
        <p:spPr>
          <a:xfrm>
            <a:off x="8439150" y="3169920"/>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sigh</a:t>
            </a:r>
          </a:p>
        </p:txBody>
      </p:sp>
      <p:sp>
        <p:nvSpPr>
          <p:cNvPr id="1065" name="Chip cough"/>
          <p:cNvSpPr txBox="1"/>
          <p:nvPr/>
        </p:nvSpPr>
        <p:spPr>
          <a:xfrm>
            <a:off x="9502140" y="3169920"/>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cough</a:t>
            </a:r>
          </a:p>
        </p:txBody>
      </p:sp>
      <p:sp>
        <p:nvSpPr>
          <p:cNvPr id="1066" name="Chip throatclearing"/>
          <p:cNvSpPr txBox="1"/>
          <p:nvPr/>
        </p:nvSpPr>
        <p:spPr>
          <a:xfrm>
            <a:off x="10565130" y="3169920"/>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throatclearing</a:t>
            </a:r>
          </a:p>
        </p:txBody>
      </p:sp>
      <p:sp>
        <p:nvSpPr>
          <p:cNvPr id="1067" name="Chip sneeze"/>
          <p:cNvSpPr txBox="1"/>
          <p:nvPr/>
        </p:nvSpPr>
        <p:spPr>
          <a:xfrm>
            <a:off x="7376160" y="3430524"/>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sneeze</a:t>
            </a:r>
          </a:p>
        </p:txBody>
      </p:sp>
      <p:sp>
        <p:nvSpPr>
          <p:cNvPr id="1068" name="Chip sniff"/>
          <p:cNvSpPr txBox="1"/>
          <p:nvPr/>
        </p:nvSpPr>
        <p:spPr>
          <a:xfrm>
            <a:off x="8439150" y="3430524"/>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sniff</a:t>
            </a:r>
          </a:p>
        </p:txBody>
      </p:sp>
      <p:sp>
        <p:nvSpPr>
          <p:cNvPr id="1069" name="Chip breathing"/>
          <p:cNvSpPr txBox="1"/>
          <p:nvPr/>
        </p:nvSpPr>
        <p:spPr>
          <a:xfrm>
            <a:off x="9502140" y="3430524"/>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breathing</a:t>
            </a:r>
          </a:p>
        </p:txBody>
      </p:sp>
      <p:sp>
        <p:nvSpPr>
          <p:cNvPr id="1070" name="Chip crying"/>
          <p:cNvSpPr txBox="1"/>
          <p:nvPr/>
        </p:nvSpPr>
        <p:spPr>
          <a:xfrm>
            <a:off x="10565130" y="3430524"/>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crying</a:t>
            </a:r>
          </a:p>
        </p:txBody>
      </p:sp>
      <p:sp>
        <p:nvSpPr>
          <p:cNvPr id="1071" name="Chip screaming"/>
          <p:cNvSpPr txBox="1"/>
          <p:nvPr/>
        </p:nvSpPr>
        <p:spPr>
          <a:xfrm>
            <a:off x="7376160" y="3691128"/>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screaming</a:t>
            </a:r>
          </a:p>
        </p:txBody>
      </p:sp>
      <p:sp>
        <p:nvSpPr>
          <p:cNvPr id="1072" name="Chip gasp"/>
          <p:cNvSpPr txBox="1"/>
          <p:nvPr/>
        </p:nvSpPr>
        <p:spPr>
          <a:xfrm>
            <a:off x="8439150" y="3691128"/>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gasp</a:t>
            </a:r>
          </a:p>
        </p:txBody>
      </p:sp>
      <p:sp>
        <p:nvSpPr>
          <p:cNvPr id="1073" name="Chip burp"/>
          <p:cNvSpPr txBox="1"/>
          <p:nvPr/>
        </p:nvSpPr>
        <p:spPr>
          <a:xfrm>
            <a:off x="9502140" y="3691128"/>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burp</a:t>
            </a:r>
          </a:p>
        </p:txBody>
      </p:sp>
      <p:sp>
        <p:nvSpPr>
          <p:cNvPr id="1074" name="Chip yawn"/>
          <p:cNvSpPr txBox="1"/>
          <p:nvPr/>
        </p:nvSpPr>
        <p:spPr>
          <a:xfrm>
            <a:off x="10565130" y="3691128"/>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yawn</a:t>
            </a:r>
          </a:p>
        </p:txBody>
      </p:sp>
      <p:sp>
        <p:nvSpPr>
          <p:cNvPr id="1075" name="Chip snoring"/>
          <p:cNvSpPr txBox="1"/>
          <p:nvPr/>
        </p:nvSpPr>
        <p:spPr>
          <a:xfrm>
            <a:off x="7376160" y="3951732"/>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snoring</a:t>
            </a:r>
          </a:p>
        </p:txBody>
      </p:sp>
      <p:sp>
        <p:nvSpPr>
          <p:cNvPr id="1076" name="Chip grunt"/>
          <p:cNvSpPr txBox="1"/>
          <p:nvPr/>
        </p:nvSpPr>
        <p:spPr>
          <a:xfrm>
            <a:off x="8439150" y="3951732"/>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grunt</a:t>
            </a:r>
          </a:p>
        </p:txBody>
      </p:sp>
      <p:sp>
        <p:nvSpPr>
          <p:cNvPr id="1077" name="Chip yell"/>
          <p:cNvSpPr txBox="1"/>
          <p:nvPr/>
        </p:nvSpPr>
        <p:spPr>
          <a:xfrm>
            <a:off x="9502140" y="3951732"/>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yell</a:t>
            </a:r>
          </a:p>
        </p:txBody>
      </p:sp>
      <p:sp>
        <p:nvSpPr>
          <p:cNvPr id="1078" name="Chip moan"/>
          <p:cNvSpPr txBox="1"/>
          <p:nvPr/>
        </p:nvSpPr>
        <p:spPr>
          <a:xfrm>
            <a:off x="10565130" y="3951732"/>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moan</a:t>
            </a:r>
          </a:p>
        </p:txBody>
      </p:sp>
      <p:sp>
        <p:nvSpPr>
          <p:cNvPr id="1079" name="Chip pant"/>
          <p:cNvSpPr txBox="1"/>
          <p:nvPr/>
        </p:nvSpPr>
        <p:spPr>
          <a:xfrm>
            <a:off x="7376160" y="4212336"/>
            <a:ext cx="1017269" cy="214884"/>
          </a:xfrm>
          <a:prstGeom prst="roundRect">
            <a:avLst>
              <a:gd name="adj" fmla="val 30000"/>
            </a:avLst>
          </a:prstGeom>
          <a:solidFill>
            <a:srgbClr val="FFFFFF"/>
          </a:solidFill>
          <a:ln>
            <a:noFill/>
          </a:ln>
        </p:spPr>
        <p:txBody>
          <a:bodyPr wrap="square" lIns="0" tIns="0" rIns="0" bIns="0" rtlCol="0" anchor="ctr">
            <a:noAutofit/>
          </a:bodyPr>
          <a:lstStyle/>
          <a:p>
            <a:pPr algn="ctr"/>
            <a:r>
              <a:rPr lang="en-US" sz="1000" dirty="0">
                <a:solidFill>
                  <a:srgbClr val="B30400"/>
                </a:solidFill>
                <a:latin typeface="FS PF BeauSans Pro"/>
                <a:ea typeface="FS PF BeauSans Pro"/>
                <a:cs typeface="FS PF BeauSans Pro"/>
                <a:sym typeface="FS PF BeauSans Pro"/>
              </a:rPr>
              <a:t>pant</a:t>
            </a:r>
          </a:p>
        </p:txBody>
      </p:sp>
    </p:spTree>
    <p:extLst>
      <p:ext uri="{BB962C8B-B14F-4D97-AF65-F5344CB8AC3E}">
        <p14:creationId xmlns:p14="http://schemas.microsoft.com/office/powerpoint/2010/main" val="5847235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Pause detection</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A voice activity detector and a forced aligner find the pauses between words, and each becomes a numbered slot in the transcript.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9</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0"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Vietnamese utterance</a:t>
            </a:r>
            <a:r>
              <a:rPr lang="en-US" sz="1333" dirty="0">
                <a:solidFill>
                  <a:srgbClr val="000000"/>
                </a:solidFill>
                <a:latin typeface="FS PF BeauSans Pro"/>
                <a:ea typeface="FS PF BeauSans Pro"/>
                <a:cs typeface="FS PF BeauSans Pro"/>
                <a:sym typeface="FS PF BeauSans Pro"/>
              </a:rPr>
              <a:t>: </a:t>
            </a:r>
          </a:p>
          <a:p>
            <a:pPr algn="ctr"/>
            <a:r>
              <a:rPr lang="en-US" sz="1333" dirty="0">
                <a:solidFill>
                  <a:srgbClr val="000000"/>
                </a:solidFill>
                <a:latin typeface="FS PF BeauSans Pro"/>
                <a:ea typeface="FS PF BeauSans Pro"/>
                <a:cs typeface="FS PF BeauSans Pro"/>
                <a:sym typeface="FS PF BeauSans Pro"/>
              </a:rPr>
              <a:t>audio + transcript</a:t>
            </a:r>
          </a:p>
        </p:txBody>
      </p:sp>
      <p:sp>
        <p:nvSpPr>
          <p:cNvPr id="1021"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2"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4"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buNone/>
            </a:pPr>
            <a:r>
              <a:rPr lang="en-US" sz="1333" b="1" dirty="0">
                <a:solidFill>
                  <a:srgbClr val="404155"/>
                </a:solidFill>
                <a:latin typeface="FS PF BeauSans Pro"/>
                <a:ea typeface="FS PF BeauSans Pro"/>
                <a:cs typeface="FS PF BeauSans Pro"/>
              </a:rPr>
              <a:t>Silero VAD</a:t>
            </a:r>
            <a:r>
              <a:rPr lang="en-US" sz="1333" dirty="0">
                <a:solidFill>
                  <a:srgbClr val="000000"/>
                </a:solidFill>
                <a:latin typeface="FS PF BeauSans Pro"/>
                <a:ea typeface="FS PF BeauSans Pro"/>
                <a:cs typeface="FS PF BeauSans Pro"/>
              </a:rPr>
              <a:t> + </a:t>
            </a:r>
            <a:r>
              <a:rPr lang="en-US" sz="1333" b="1" dirty="0">
                <a:solidFill>
                  <a:srgbClr val="404155"/>
                </a:solidFill>
                <a:latin typeface="FS PF BeauSans Pro"/>
                <a:ea typeface="FS PF BeauSans Pro"/>
                <a:cs typeface="FS PF BeauSans Pro"/>
              </a:rPr>
              <a:t>Qwen3-ForcedAligner</a:t>
            </a:r>
            <a:r>
              <a:rPr lang="en-US" sz="1333" dirty="0">
                <a:solidFill>
                  <a:srgbClr val="000000"/>
                </a:solidFill>
                <a:latin typeface="FS PF BeauSans Pro"/>
                <a:ea typeface="FS PF BeauSans Pro"/>
                <a:cs typeface="FS PF BeauSans Pro"/>
              </a:rPr>
              <a:t>: a pause between two words becomes a slot</a:t>
            </a:r>
          </a:p>
        </p:txBody>
      </p:sp>
      <p:sp>
        <p:nvSpPr>
          <p:cNvPr id="1025"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6"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33"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buNone/>
            </a:pPr>
            <a:r>
              <a:rPr lang="en-US" sz="1333" b="1" dirty="0">
                <a:solidFill>
                  <a:srgbClr val="404155"/>
                </a:solidFill>
                <a:latin typeface="FS PF BeauSans Pro"/>
                <a:ea typeface="FS PF BeauSans Pro"/>
                <a:cs typeface="FS PF BeauSans Pro"/>
              </a:rPr>
              <a:t>Transcript with numbered slots</a:t>
            </a:r>
            <a:r>
              <a:rPr lang="en-US" sz="1333" dirty="0">
                <a:solidFill>
                  <a:srgbClr val="000000"/>
                </a:solidFill>
                <a:latin typeface="FS PF BeauSans Pro"/>
                <a:ea typeface="FS PF BeauSans Pro"/>
                <a:cs typeface="FS PF BeauSans Pro"/>
              </a:rPr>
              <a:t> such as &lt;1&gt;</a:t>
            </a:r>
          </a:p>
        </p:txBody>
      </p:sp>
      <p:sp>
        <p:nvSpPr>
          <p:cNvPr id="1034"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5"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6"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Silero VAD: </a:t>
            </a:r>
            <a:r>
              <a:rPr lang="en-US" sz="900" dirty="0">
                <a:solidFill>
                  <a:srgbClr val="595959"/>
                </a:solidFill>
                <a:latin typeface="FS PF BeauSans Pro"/>
                <a:ea typeface="FS PF BeauSans Pro"/>
                <a:cs typeface="FS PF BeauSans Pro"/>
              </a:rPr>
              <a:t>Silero Team, github.com/snakers4/silero-vad, 2024</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p:txBody>
      </p:sp>
      <p:pic>
        <p:nvPicPr>
          <p:cNvPr id="1037" name="Process visual Pause detection (Canva)" descr="Pause detection step"/>
          <p:cNvPicPr>
            <a:picLocks noChangeAspect="1"/>
          </p:cNvPicPr>
          <p:nvPr/>
        </p:nvPicPr>
        <p:blipFill>
          <a:blip r:embed="rId2"/>
          <a:stretch>
            <a:fillRect/>
          </a:stretch>
        </p:blipFill>
        <p:spPr>
          <a:xfrm>
            <a:off x="5158740" y="3169920"/>
            <a:ext cx="1874519" cy="1280160"/>
          </a:xfrm>
          <a:prstGeom prst="rect">
            <a:avLst/>
          </a:prstGeom>
        </p:spPr>
      </p:pic>
      <p:pic>
        <p:nvPicPr>
          <p:cNvPr id="1038" name="Input visual (Canva)" descr="Recording: chứ thôi , để nó lành thôi"/>
          <p:cNvPicPr>
            <a:picLocks noChangeAspect="1"/>
          </p:cNvPicPr>
          <p:nvPr/>
        </p:nvPicPr>
        <p:blipFill>
          <a:blip r:embed="rId3"/>
          <a:stretch>
            <a:fillRect/>
          </a:stretch>
        </p:blipFill>
        <p:spPr>
          <a:xfrm>
            <a:off x="1139642" y="3124200"/>
            <a:ext cx="2231755" cy="1371600"/>
          </a:xfrm>
          <a:prstGeom prst="rect">
            <a:avLst/>
          </a:prstGeom>
        </p:spPr>
      </p:pic>
      <p:pic>
        <p:nvPicPr>
          <p:cNvPr id="1039" name="Output visual (Canva)" descr="Recording with slot &lt;1&gt; marked: chứ thôi , &lt;1&gt; để nó lành thôi"/>
          <p:cNvPicPr>
            <a:picLocks noChangeAspect="1"/>
          </p:cNvPicPr>
          <p:nvPr/>
        </p:nvPicPr>
        <p:blipFill>
          <a:blip r:embed="rId4"/>
          <a:stretch>
            <a:fillRect/>
          </a:stretch>
        </p:blipFill>
        <p:spPr>
          <a:xfrm>
            <a:off x="8784602" y="3124200"/>
            <a:ext cx="2303755"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Tag selection</a:t>
            </a:r>
          </a:p>
        </p:txBody>
      </p:sp>
      <p:sp>
        <p:nvSpPr>
          <p:cNvPr id="148" name="Google Shape;148;p10"/>
          <p:cNvSpPr txBox="1">
            <a:spLocks noGrp="1"/>
          </p:cNvSpPr>
          <p:nvPr>
            <p:ph type="body" idx="1"/>
          </p:nvPr>
        </p:nvSpPr>
        <p:spPr>
          <a:xfrm>
            <a:off x="850392" y="1371600"/>
            <a:ext cx="10570464" cy="1137239"/>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Qwen3-Omni listens to the recording and picks one slot and the NVV tag that best fits what the speaker is doing there.</a:t>
            </a:r>
          </a:p>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 Qwen3-Omni: LLM model with capacity to tokenize and understand audio</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10</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5"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Audio + slotted transcript</a:t>
            </a:r>
          </a:p>
        </p:txBody>
      </p:sp>
      <p:sp>
        <p:nvSpPr>
          <p:cNvPr id="1026"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7"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9"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Qwen3-Omni</a:t>
            </a:r>
            <a:r>
              <a:rPr lang="en-US" sz="1333" dirty="0">
                <a:solidFill>
                  <a:srgbClr val="000000"/>
                </a:solidFill>
                <a:latin typeface="FS PF BeauSans Pro"/>
                <a:ea typeface="FS PF BeauSans Pro"/>
                <a:cs typeface="FS PF BeauSans Pro"/>
                <a:sym typeface="FS PF BeauSans Pro"/>
              </a:rPr>
              <a:t> picks the most plausible slot and tag, or none</a:t>
            </a:r>
          </a:p>
        </p:txBody>
      </p:sp>
      <p:sp>
        <p:nvSpPr>
          <p:cNvPr id="1030"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31"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33"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One slot + one NVV tag</a:t>
            </a:r>
          </a:p>
        </p:txBody>
      </p:sp>
      <p:sp>
        <p:nvSpPr>
          <p:cNvPr id="1034"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5"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6"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Qwen3-Omni: </a:t>
            </a:r>
            <a:r>
              <a:rPr lang="en-US" sz="900" dirty="0">
                <a:solidFill>
                  <a:srgbClr val="595959"/>
                </a:solidFill>
                <a:latin typeface="FS PF BeauSans Pro"/>
                <a:ea typeface="FS PF BeauSans Pro"/>
                <a:cs typeface="FS PF BeauSans Pro"/>
              </a:rPr>
              <a:t>Qwen Team, arXiv:2509.17765, 2025</a:t>
            </a:r>
          </a:p>
        </p:txBody>
      </p:sp>
      <p:pic>
        <p:nvPicPr>
          <p:cNvPr id="1037" name="Process visual Tag selection (Canva)" descr="Tag selection step"/>
          <p:cNvPicPr>
            <a:picLocks noChangeAspect="1"/>
          </p:cNvPicPr>
          <p:nvPr/>
        </p:nvPicPr>
        <p:blipFill>
          <a:blip r:embed="rId2"/>
          <a:stretch>
            <a:fillRect/>
          </a:stretch>
        </p:blipFill>
        <p:spPr>
          <a:xfrm>
            <a:off x="5167450" y="3169920"/>
            <a:ext cx="1857098" cy="1280160"/>
          </a:xfrm>
          <a:prstGeom prst="rect">
            <a:avLst/>
          </a:prstGeom>
        </p:spPr>
      </p:pic>
      <p:pic>
        <p:nvPicPr>
          <p:cNvPr id="1038" name="Input visual (Canva)" descr="Recording with slot &lt;1&gt; marked: chứ thôi , &lt;1&gt; để nó lành thôi"/>
          <p:cNvPicPr>
            <a:picLocks noChangeAspect="1"/>
          </p:cNvPicPr>
          <p:nvPr/>
        </p:nvPicPr>
        <p:blipFill>
          <a:blip r:embed="rId3"/>
          <a:stretch>
            <a:fillRect/>
          </a:stretch>
        </p:blipFill>
        <p:spPr>
          <a:xfrm>
            <a:off x="1103642" y="3124200"/>
            <a:ext cx="2303755" cy="1371600"/>
          </a:xfrm>
          <a:prstGeom prst="rect">
            <a:avLst/>
          </a:prstGeom>
        </p:spPr>
      </p:pic>
      <p:pic>
        <p:nvPicPr>
          <p:cNvPr id="1039" name="Output visual (Canva)" descr="Recording with the tag at the slot: chứ thôi , [laughter] để nó lành thôi"/>
          <p:cNvPicPr>
            <a:picLocks noChangeAspect="1"/>
          </p:cNvPicPr>
          <p:nvPr/>
        </p:nvPicPr>
        <p:blipFill>
          <a:blip r:embed="rId4"/>
          <a:stretch>
            <a:fillRect/>
          </a:stretch>
        </p:blipFill>
        <p:spPr>
          <a:xfrm>
            <a:off x="8574630" y="3124200"/>
            <a:ext cx="2723698"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Clip selection</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A clip of that class is sampled, weighted towards clips that match the speaker's intensity, clarity, tempo and tilt.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11</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Chosen tag</a:t>
            </a:r>
            <a:r>
              <a:rPr lang="en-US" sz="1333" dirty="0">
                <a:solidFill>
                  <a:srgbClr val="000000"/>
                </a:solidFill>
                <a:latin typeface="FS PF BeauSans Pro"/>
                <a:ea typeface="FS PF BeauSans Pro"/>
                <a:cs typeface="FS PF BeauSans Pro"/>
                <a:sym typeface="FS PF BeauSans Pro"/>
              </a:rPr>
              <a:t> + the speech just before the cut</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Weighted sampling</a:t>
            </a:r>
            <a:r>
              <a:rPr lang="en-US" sz="1333" dirty="0">
                <a:solidFill>
                  <a:srgbClr val="000000"/>
                </a:solidFill>
                <a:latin typeface="FS PF BeauSans Pro"/>
                <a:ea typeface="FS PF BeauSans Pro"/>
                <a:cs typeface="FS PF BeauSans Pro"/>
                <a:sym typeface="FS PF BeauSans Pro"/>
              </a:rPr>
              <a:t> by intensity, clarity, tempo and tilt</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29"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One NVV clip</a:t>
            </a:r>
            <a:r>
              <a:rPr lang="en-US" sz="1333" dirty="0">
                <a:solidFill>
                  <a:srgbClr val="000000"/>
                </a:solidFill>
                <a:latin typeface="FS PF BeauSans Pro"/>
                <a:ea typeface="FS PF BeauSans Pro"/>
                <a:cs typeface="FS PF BeauSans Pro"/>
                <a:sym typeface="FS PF BeauSans Pro"/>
              </a:rPr>
              <a:t> of that class</a:t>
            </a:r>
          </a:p>
        </p:txBody>
      </p:sp>
      <p:sp>
        <p:nvSpPr>
          <p:cNvPr id="1030"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1"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pic>
        <p:nvPicPr>
          <p:cNvPr id="1032" name="Process visual Clip selection (Canva)" descr="Clip selection step"/>
          <p:cNvPicPr>
            <a:picLocks noChangeAspect="1"/>
          </p:cNvPicPr>
          <p:nvPr/>
        </p:nvPicPr>
        <p:blipFill>
          <a:blip r:embed="rId2"/>
          <a:stretch>
            <a:fillRect/>
          </a:stretch>
        </p:blipFill>
        <p:spPr>
          <a:xfrm>
            <a:off x="5167450" y="3169920"/>
            <a:ext cx="1857098" cy="1280160"/>
          </a:xfrm>
          <a:prstGeom prst="rect">
            <a:avLst/>
          </a:prstGeom>
        </p:spPr>
      </p:pic>
      <p:pic>
        <p:nvPicPr>
          <p:cNvPr id="1033" name="Input visual (Canva)" descr="Recording with the tag at the slot: chứ thôi , [laughter] để nó lành thôi"/>
          <p:cNvPicPr>
            <a:picLocks noChangeAspect="1"/>
          </p:cNvPicPr>
          <p:nvPr/>
        </p:nvPicPr>
        <p:blipFill>
          <a:blip r:embed="rId3"/>
          <a:stretch>
            <a:fillRect/>
          </a:stretch>
        </p:blipFill>
        <p:spPr>
          <a:xfrm>
            <a:off x="893670" y="3124200"/>
            <a:ext cx="2723698" cy="1371600"/>
          </a:xfrm>
          <a:prstGeom prst="rect">
            <a:avLst/>
          </a:prstGeom>
        </p:spPr>
      </p:pic>
      <p:pic>
        <p:nvPicPr>
          <p:cNvPr id="1034" name="Output visual (Canva)" descr="Chosen laughter clip above the tagged recording"/>
          <p:cNvPicPr>
            <a:picLocks noChangeAspect="1"/>
          </p:cNvPicPr>
          <p:nvPr/>
        </p:nvPicPr>
        <p:blipFill>
          <a:blip r:embed="rId4"/>
          <a:stretch>
            <a:fillRect/>
          </a:stretch>
        </p:blipFill>
        <p:spPr>
          <a:xfrm>
            <a:off x="9272828" y="3124200"/>
            <a:ext cx="1327303"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Voice conversion</a:t>
            </a:r>
          </a:p>
        </p:txBody>
      </p:sp>
      <p:sp>
        <p:nvSpPr>
          <p:cNvPr id="148" name="Google Shape;148;p10"/>
          <p:cNvSpPr txBox="1">
            <a:spLocks noGrp="1"/>
          </p:cNvSpPr>
          <p:nvPr>
            <p:ph type="body" idx="1"/>
          </p:nvPr>
        </p:nvSpPr>
        <p:spPr>
          <a:xfrm>
            <a:off x="850392" y="1371600"/>
            <a:ext cx="10570464" cy="1137239"/>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Seed-VC converts the selected clip into the host speaker's voice, using the host utterance as the reference.</a:t>
            </a:r>
          </a:p>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 Voice conversion system copy original </a:t>
            </a:r>
            <a:r>
              <a:rPr lang="en-US" sz="1800" b="1" dirty="0">
                <a:latin typeface="FS PF BeauSans Pro"/>
                <a:ea typeface="FS PF BeauSans Pro"/>
                <a:cs typeface="FS PF BeauSans Pro"/>
              </a:rPr>
              <a:t>prosody</a:t>
            </a:r>
            <a:r>
              <a:rPr lang="en-US" sz="1800" dirty="0">
                <a:latin typeface="FS PF BeauSans Pro"/>
                <a:ea typeface="FS PF BeauSans Pro"/>
                <a:cs typeface="FS PF BeauSans Pro"/>
              </a:rPr>
              <a:t> while changing </a:t>
            </a:r>
            <a:r>
              <a:rPr lang="en-US" sz="1800" b="1" dirty="0">
                <a:latin typeface="FS PF BeauSans Pro"/>
                <a:ea typeface="FS PF BeauSans Pro"/>
                <a:cs typeface="FS PF BeauSans Pro"/>
              </a:rPr>
              <a:t>timbre</a:t>
            </a:r>
            <a:r>
              <a:rPr lang="en-US" sz="1800" dirty="0">
                <a:latin typeface="FS PF BeauSans Pro"/>
                <a:ea typeface="FS PF BeauSans Pro"/>
                <a:cs typeface="FS PF BeauSans Pro"/>
              </a:rPr>
              <a:t> to prompted speaker</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12</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Selected clip</a:t>
            </a:r>
            <a:r>
              <a:rPr lang="en-US" sz="1333" dirty="0">
                <a:solidFill>
                  <a:srgbClr val="000000"/>
                </a:solidFill>
                <a:latin typeface="FS PF BeauSans Pro"/>
                <a:ea typeface="FS PF BeauSans Pro"/>
                <a:cs typeface="FS PF BeauSans Pro"/>
                <a:sym typeface="FS PF BeauSans Pro"/>
              </a:rPr>
              <a:t> + host utterance as voice reference</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Seed-VC</a:t>
            </a:r>
            <a:r>
              <a:rPr lang="en-US" sz="1333" dirty="0">
                <a:solidFill>
                  <a:srgbClr val="000000"/>
                </a:solidFill>
                <a:latin typeface="FS PF BeauSans Pro"/>
                <a:ea typeface="FS PF BeauSans Pro"/>
                <a:cs typeface="FS PF BeauSans Pro"/>
                <a:sym typeface="FS PF BeauSans Pro"/>
              </a:rPr>
              <a:t>, pitch conditioning off</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29"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Clip in the host speaker's voice</a:t>
            </a:r>
          </a:p>
        </p:txBody>
      </p:sp>
      <p:sp>
        <p:nvSpPr>
          <p:cNvPr id="1030"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1"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Seed-VC: </a:t>
            </a:r>
            <a:r>
              <a:rPr lang="en-US" sz="900" dirty="0">
                <a:solidFill>
                  <a:srgbClr val="595959"/>
                </a:solidFill>
                <a:latin typeface="FS PF BeauSans Pro"/>
                <a:ea typeface="FS PF BeauSans Pro"/>
                <a:cs typeface="FS PF BeauSans Pro"/>
              </a:rPr>
              <a:t>Liu, arXiv:2411.09943, 2024</a:t>
            </a:r>
          </a:p>
        </p:txBody>
      </p:sp>
      <p:pic>
        <p:nvPicPr>
          <p:cNvPr id="1033" name="Process visual Voice conversion (Canva)" descr="Voice conversion step"/>
          <p:cNvPicPr>
            <a:picLocks noChangeAspect="1"/>
          </p:cNvPicPr>
          <p:nvPr/>
        </p:nvPicPr>
        <p:blipFill>
          <a:blip r:embed="rId2"/>
          <a:stretch>
            <a:fillRect/>
          </a:stretch>
        </p:blipFill>
        <p:spPr>
          <a:xfrm>
            <a:off x="5164410" y="3169920"/>
            <a:ext cx="1863178" cy="1280160"/>
          </a:xfrm>
          <a:prstGeom prst="rect">
            <a:avLst/>
          </a:prstGeom>
        </p:spPr>
      </p:pic>
      <p:pic>
        <p:nvPicPr>
          <p:cNvPr id="1034" name="Input visual (Canva)" descr="Chosen laughter clip above the tagged recording"/>
          <p:cNvPicPr>
            <a:picLocks noChangeAspect="1"/>
          </p:cNvPicPr>
          <p:nvPr/>
        </p:nvPicPr>
        <p:blipFill>
          <a:blip r:embed="rId3"/>
          <a:stretch>
            <a:fillRect/>
          </a:stretch>
        </p:blipFill>
        <p:spPr>
          <a:xfrm>
            <a:off x="1591868" y="3124200"/>
            <a:ext cx="1327303" cy="1371600"/>
          </a:xfrm>
          <a:prstGeom prst="rect">
            <a:avLst/>
          </a:prstGeom>
        </p:spPr>
      </p:pic>
      <p:pic>
        <p:nvPicPr>
          <p:cNvPr id="1035" name="Output visual (Canva)" descr="Laughter clip after voice conversion, above the tagged recording"/>
          <p:cNvPicPr>
            <a:picLocks noChangeAspect="1"/>
          </p:cNvPicPr>
          <p:nvPr/>
        </p:nvPicPr>
        <p:blipFill>
          <a:blip r:embed="rId4"/>
          <a:stretch>
            <a:fillRect/>
          </a:stretch>
        </p:blipFill>
        <p:spPr>
          <a:xfrm>
            <a:off x="9204377" y="3124200"/>
            <a:ext cx="1464204"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Splicing</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The converted event is loudness-matched and spliced into the pause, with natural silence on each side.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13</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F2F2F2"/>
          </a:solidFill>
          <a:ln>
            <a:noFill/>
          </a:ln>
        </p:spPr>
        <p:txBody>
          <a:bodyPr wrap="square" lIns="30480" tIns="0" rIns="30480" bIns="0" rtlCol="0" anchor="ctr">
            <a:noAutofit/>
          </a:bodyPr>
          <a:lstStyle/>
          <a:p>
            <a:pPr algn="ctr"/>
            <a:r>
              <a:rPr lang="en-US" sz="1067" dirty="0">
                <a:solidFill>
                  <a:srgbClr val="7F7F7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Converted clip</a:t>
            </a:r>
            <a:r>
              <a:rPr lang="en-US" sz="1333" dirty="0">
                <a:solidFill>
                  <a:srgbClr val="000000"/>
                </a:solidFill>
                <a:latin typeface="FS PF BeauSans Pro"/>
                <a:ea typeface="FS PF BeauSans Pro"/>
                <a:cs typeface="FS PF BeauSans Pro"/>
                <a:sym typeface="FS PF BeauSans Pro"/>
              </a:rPr>
              <a:t> + host utterance + chosen slot</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buNone/>
            </a:pPr>
            <a:r>
              <a:rPr lang="en-US" sz="1333" b="1" dirty="0">
                <a:solidFill>
                  <a:srgbClr val="404155"/>
                </a:solidFill>
                <a:latin typeface="FS PF BeauSans Pro"/>
                <a:ea typeface="FS PF BeauSans Pro"/>
                <a:cs typeface="FS PF BeauSans Pro"/>
              </a:rPr>
              <a:t>Match loudness</a:t>
            </a:r>
            <a:r>
              <a:rPr lang="en-US" sz="1333" dirty="0">
                <a:solidFill>
                  <a:srgbClr val="000000"/>
                </a:solidFill>
                <a:latin typeface="FS PF BeauSans Pro"/>
                <a:ea typeface="FS PF BeauSans Pro"/>
                <a:cs typeface="FS PF BeauSans Pro"/>
              </a:rPr>
              <a:t>, add a natural pause, short exponential fades; insert at the slot's midpoint</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30"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Spliced audio + tagged transcript</a:t>
            </a:r>
          </a:p>
        </p:txBody>
      </p:sp>
      <p:sp>
        <p:nvSpPr>
          <p:cNvPr id="1031"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2"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pic>
        <p:nvPicPr>
          <p:cNvPr id="1033" name="Process visual Splicing (Canva)" descr="Splicing step"/>
          <p:cNvPicPr>
            <a:picLocks noChangeAspect="1"/>
          </p:cNvPicPr>
          <p:nvPr/>
        </p:nvPicPr>
        <p:blipFill>
          <a:blip r:embed="rId2"/>
          <a:stretch>
            <a:fillRect/>
          </a:stretch>
        </p:blipFill>
        <p:spPr>
          <a:xfrm>
            <a:off x="5168007" y="3169920"/>
            <a:ext cx="1855984" cy="1280160"/>
          </a:xfrm>
          <a:prstGeom prst="rect">
            <a:avLst/>
          </a:prstGeom>
        </p:spPr>
      </p:pic>
      <p:pic>
        <p:nvPicPr>
          <p:cNvPr id="1034" name="Input visual (Canva)" descr="Laughter clip after voice conversion, above the tagged recording"/>
          <p:cNvPicPr>
            <a:picLocks noChangeAspect="1"/>
          </p:cNvPicPr>
          <p:nvPr/>
        </p:nvPicPr>
        <p:blipFill>
          <a:blip r:embed="rId3"/>
          <a:stretch>
            <a:fillRect/>
          </a:stretch>
        </p:blipFill>
        <p:spPr>
          <a:xfrm>
            <a:off x="1523417" y="3124200"/>
            <a:ext cx="1464204" cy="1371600"/>
          </a:xfrm>
          <a:prstGeom prst="rect">
            <a:avLst/>
          </a:prstGeom>
        </p:spPr>
      </p:pic>
      <p:pic>
        <p:nvPicPr>
          <p:cNvPr id="1035" name="Output visual (Canva)" descr="Spliced recording with the laugh inserted: chứ thôi , [laughter] để nó lành thôi"/>
          <p:cNvPicPr>
            <a:picLocks noChangeAspect="1"/>
          </p:cNvPicPr>
          <p:nvPr/>
        </p:nvPicPr>
        <p:blipFill>
          <a:blip r:embed="rId4"/>
          <a:stretch>
            <a:fillRect/>
          </a:stretch>
        </p:blipFill>
        <p:spPr>
          <a:xfrm>
            <a:off x="8496128" y="3124200"/>
            <a:ext cx="2880703"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Filter</a:t>
            </a:r>
          </a:p>
        </p:txBody>
      </p:sp>
      <p:sp>
        <p:nvSpPr>
          <p:cNvPr id="148" name="Google Shape;148;p10"/>
          <p:cNvSpPr txBox="1">
            <a:spLocks noGrp="1"/>
          </p:cNvSpPr>
          <p:nvPr>
            <p:ph type="body" idx="1"/>
          </p:nvPr>
        </p:nvSpPr>
        <p:spPr>
          <a:xfrm>
            <a:off x="850392" y="1371600"/>
            <a:ext cx="10570464" cy="1137239"/>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NISQA scores each result, and examples whose quality or continuity drops too much are discarded.</a:t>
            </a:r>
          </a:p>
          <a:p>
            <a:pPr marL="152400" lvl="0" indent="0" algn="l" rtl="0">
              <a:lnSpc>
                <a:spcPct val="115000"/>
              </a:lnSpc>
              <a:spcBef>
                <a:spcPts val="0"/>
              </a:spcBef>
              <a:spcAft>
                <a:spcPts val="0"/>
              </a:spcAft>
              <a:buNone/>
            </a:pPr>
            <a:r>
              <a:rPr lang="en-US" sz="1800" dirty="0">
                <a:latin typeface="FS PF BeauSans Pro"/>
                <a:ea typeface="FS PF BeauSans Pro"/>
                <a:cs typeface="FS PF BeauSans Pro"/>
              </a:rPr>
              <a:t>* NISQA is an automated metric to score how natural an utterance is on several conditions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14</a:t>
            </a:fld>
            <a:endParaRPr lang="en-US" dirty="0"/>
          </a:p>
        </p:txBody>
      </p:sp>
      <p:sp>
        <p:nvSpPr>
          <p:cNvPr id="1010" name="Step 0"/>
          <p:cNvSpPr txBox="1"/>
          <p:nvPr/>
        </p:nvSpPr>
        <p:spPr>
          <a:xfrm>
            <a:off x="10210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Clip pool</a:t>
            </a:r>
          </a:p>
        </p:txBody>
      </p:sp>
      <p:sp>
        <p:nvSpPr>
          <p:cNvPr id="1011" name="Step 1"/>
          <p:cNvSpPr txBox="1"/>
          <p:nvPr/>
        </p:nvSpPr>
        <p:spPr>
          <a:xfrm>
            <a:off x="248412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1  Pause detection</a:t>
            </a:r>
          </a:p>
        </p:txBody>
      </p:sp>
      <p:sp>
        <p:nvSpPr>
          <p:cNvPr id="1012" name="Step 2"/>
          <p:cNvSpPr txBox="1"/>
          <p:nvPr/>
        </p:nvSpPr>
        <p:spPr>
          <a:xfrm>
            <a:off x="394716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2  Tag selection</a:t>
            </a:r>
          </a:p>
        </p:txBody>
      </p:sp>
      <p:sp>
        <p:nvSpPr>
          <p:cNvPr id="1013" name="Step 3"/>
          <p:cNvSpPr txBox="1"/>
          <p:nvPr/>
        </p:nvSpPr>
        <p:spPr>
          <a:xfrm>
            <a:off x="541020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3  Clip selection</a:t>
            </a:r>
          </a:p>
        </p:txBody>
      </p:sp>
      <p:sp>
        <p:nvSpPr>
          <p:cNvPr id="1014" name="Step 4"/>
          <p:cNvSpPr txBox="1"/>
          <p:nvPr/>
        </p:nvSpPr>
        <p:spPr>
          <a:xfrm>
            <a:off x="687324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4  Voice conversion</a:t>
            </a:r>
          </a:p>
        </p:txBody>
      </p:sp>
      <p:sp>
        <p:nvSpPr>
          <p:cNvPr id="1015" name="Step 5"/>
          <p:cNvSpPr txBox="1"/>
          <p:nvPr/>
        </p:nvSpPr>
        <p:spPr>
          <a:xfrm>
            <a:off x="8336280" y="5486400"/>
            <a:ext cx="1371600" cy="304800"/>
          </a:xfrm>
          <a:prstGeom prst="roundRect">
            <a:avLst>
              <a:gd name="adj" fmla="val 50000"/>
            </a:avLst>
          </a:prstGeom>
          <a:solidFill>
            <a:srgbClr val="FBE3E3"/>
          </a:solidFill>
          <a:ln>
            <a:noFill/>
          </a:ln>
        </p:spPr>
        <p:txBody>
          <a:bodyPr wrap="square" lIns="30480" tIns="0" rIns="30480" bIns="0" rtlCol="0" anchor="ctr">
            <a:noAutofit/>
          </a:bodyPr>
          <a:lstStyle/>
          <a:p>
            <a:pPr algn="ctr"/>
            <a:r>
              <a:rPr lang="en-US" sz="1067" dirty="0">
                <a:solidFill>
                  <a:srgbClr val="B30400"/>
                </a:solidFill>
                <a:latin typeface="FS PF BeauSans Pro"/>
                <a:ea typeface="FS PF BeauSans Pro"/>
                <a:cs typeface="FS PF BeauSans Pro"/>
                <a:sym typeface="FS PF BeauSans Pro"/>
              </a:rPr>
              <a:t>5  Splicing</a:t>
            </a:r>
          </a:p>
        </p:txBody>
      </p:sp>
      <p:sp>
        <p:nvSpPr>
          <p:cNvPr id="1016" name="Step 6"/>
          <p:cNvSpPr txBox="1"/>
          <p:nvPr/>
        </p:nvSpPr>
        <p:spPr>
          <a:xfrm>
            <a:off x="9799320" y="5486400"/>
            <a:ext cx="1371600" cy="304800"/>
          </a:xfrm>
          <a:prstGeom prst="roundRect">
            <a:avLst>
              <a:gd name="adj" fmla="val 50000"/>
            </a:avLst>
          </a:prstGeom>
          <a:solidFill>
            <a:srgbClr val="E80500"/>
          </a:solidFill>
          <a:ln>
            <a:noFill/>
          </a:ln>
        </p:spPr>
        <p:txBody>
          <a:bodyPr wrap="square" lIns="30480" tIns="0" rIns="30480" bIns="0" rtlCol="0" anchor="ctr">
            <a:noAutofit/>
          </a:bodyPr>
          <a:lstStyle/>
          <a:p>
            <a:pPr algn="ctr"/>
            <a:r>
              <a:rPr lang="en-US" sz="1067" b="1" dirty="0">
                <a:solidFill>
                  <a:srgbClr val="FFFFFF"/>
                </a:solidFill>
                <a:latin typeface="FS PF BeauSans Pro"/>
                <a:ea typeface="FS PF BeauSans Pro"/>
                <a:cs typeface="FS PF BeauSans Pro"/>
                <a:sym typeface="FS PF BeauSans Pro"/>
              </a:rPr>
              <a:t>6  Filter</a:t>
            </a:r>
          </a:p>
        </p:txBody>
      </p:sp>
      <p:sp>
        <p:nvSpPr>
          <p:cNvPr id="1017" name="Input card"/>
          <p:cNvSpPr/>
          <p:nvPr/>
        </p:nvSpPr>
        <p:spPr>
          <a:xfrm>
            <a:off x="60960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18" name="Input label"/>
          <p:cNvSpPr txBox="1"/>
          <p:nvPr/>
        </p:nvSpPr>
        <p:spPr>
          <a:xfrm>
            <a:off x="79248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INPUT</a:t>
            </a:r>
          </a:p>
        </p:txBody>
      </p:sp>
      <p:sp>
        <p:nvSpPr>
          <p:cNvPr id="1021" name="Input caption"/>
          <p:cNvSpPr txBox="1"/>
          <p:nvPr/>
        </p:nvSpPr>
        <p:spPr>
          <a:xfrm>
            <a:off x="792480" y="4529328"/>
            <a:ext cx="2926080" cy="701040"/>
          </a:xfrm>
          <a:prstGeom prst="rect">
            <a:avLst/>
          </a:prstGeom>
          <a:noFill/>
          <a:ln>
            <a:noFill/>
          </a:ln>
        </p:spPr>
        <p:txBody>
          <a:bodyPr wrap="square" lIns="0" tIns="0" rIns="0" bIns="0" rtlCol="0" anchor="t">
            <a:noAutofit/>
          </a:bodyPr>
          <a:lstStyle/>
          <a:p>
            <a:pPr algn="ctr">
              <a:buNone/>
            </a:pPr>
            <a:r>
              <a:rPr lang="en-US" sz="1333" b="1" dirty="0">
                <a:solidFill>
                  <a:srgbClr val="404155"/>
                </a:solidFill>
                <a:latin typeface="FS PF BeauSans Pro"/>
                <a:ea typeface="FS PF BeauSans Pro"/>
                <a:cs typeface="FS PF BeauSans Pro"/>
              </a:rPr>
              <a:t>Spliced example</a:t>
            </a:r>
            <a:r>
              <a:rPr lang="en-US" sz="1333" dirty="0">
                <a:solidFill>
                  <a:srgbClr val="000000"/>
                </a:solidFill>
                <a:latin typeface="FS PF BeauSans Pro"/>
                <a:ea typeface="FS PF BeauSans Pro"/>
                <a:cs typeface="FS PF BeauSans Pro"/>
              </a:rPr>
              <a:t>, scored against its source</a:t>
            </a:r>
          </a:p>
        </p:txBody>
      </p:sp>
      <p:sp>
        <p:nvSpPr>
          <p:cNvPr id="1022" name="Process card"/>
          <p:cNvSpPr/>
          <p:nvPr/>
        </p:nvSpPr>
        <p:spPr>
          <a:xfrm>
            <a:off x="4450080" y="2712720"/>
            <a:ext cx="3291840" cy="2590800"/>
          </a:xfrm>
          <a:prstGeom prst="roundRect">
            <a:avLst>
              <a:gd name="adj" fmla="val 6000"/>
            </a:avLst>
          </a:prstGeom>
          <a:solidFill>
            <a:srgbClr val="FDECEC"/>
          </a:solidFill>
          <a:ln>
            <a:noFill/>
          </a:ln>
        </p:spPr>
        <p:txBody>
          <a:bodyPr wrap="square" lIns="0" tIns="0" rIns="0" bIns="0" rtlCol="0" anchor="t">
            <a:noAutofit/>
          </a:bodyPr>
          <a:lstStyle/>
          <a:p>
            <a:endParaRPr lang="en-US" dirty="0"/>
          </a:p>
        </p:txBody>
      </p:sp>
      <p:sp>
        <p:nvSpPr>
          <p:cNvPr id="1023" name="Process label"/>
          <p:cNvSpPr txBox="1"/>
          <p:nvPr/>
        </p:nvSpPr>
        <p:spPr>
          <a:xfrm>
            <a:off x="4632960" y="2846832"/>
            <a:ext cx="2926080" cy="274320"/>
          </a:xfrm>
          <a:prstGeom prst="rect">
            <a:avLst/>
          </a:prstGeom>
          <a:noFill/>
          <a:ln>
            <a:noFill/>
          </a:ln>
        </p:spPr>
        <p:txBody>
          <a:bodyPr wrap="square" lIns="0" tIns="0" rIns="0" bIns="0" rtlCol="0" anchor="t">
            <a:noAutofit/>
          </a:bodyPr>
          <a:lstStyle/>
          <a:p>
            <a:pPr algn="l"/>
            <a:r>
              <a:rPr lang="en-US" sz="1067" b="1" dirty="0">
                <a:solidFill>
                  <a:srgbClr val="B30400"/>
                </a:solidFill>
                <a:latin typeface="FS PF BeauSans Pro"/>
                <a:ea typeface="FS PF BeauSans Pro"/>
                <a:cs typeface="FS PF BeauSans Pro"/>
                <a:sym typeface="FS PF BeauSans Pro"/>
              </a:rPr>
              <a:t>PROCESS</a:t>
            </a:r>
          </a:p>
        </p:txBody>
      </p:sp>
      <p:sp>
        <p:nvSpPr>
          <p:cNvPr id="1025" name="Process caption"/>
          <p:cNvSpPr txBox="1"/>
          <p:nvPr/>
        </p:nvSpPr>
        <p:spPr>
          <a:xfrm>
            <a:off x="4632960" y="4529328"/>
            <a:ext cx="2926080" cy="701040"/>
          </a:xfrm>
          <a:prstGeom prst="rect">
            <a:avLst/>
          </a:prstGeom>
          <a:noFill/>
          <a:ln>
            <a:noFill/>
          </a:ln>
        </p:spPr>
        <p:txBody>
          <a:bodyPr wrap="square" lIns="0" tIns="0" rIns="0" bIns="0" rtlCol="0" anchor="t">
            <a:noAutofit/>
          </a:bodyPr>
          <a:lstStyle/>
          <a:p>
            <a:pPr algn="ctr"/>
            <a:r>
              <a:rPr lang="en-US" sz="1333" b="1" dirty="0">
                <a:solidFill>
                  <a:srgbClr val="404155"/>
                </a:solidFill>
                <a:latin typeface="FS PF BeauSans Pro"/>
                <a:ea typeface="FS PF BeauSans Pro"/>
                <a:cs typeface="FS PF BeauSans Pro"/>
                <a:sym typeface="FS PF BeauSans Pro"/>
              </a:rPr>
              <a:t>NISQA</a:t>
            </a:r>
            <a:r>
              <a:rPr lang="en-US" sz="1333" dirty="0">
                <a:solidFill>
                  <a:srgbClr val="000000"/>
                </a:solidFill>
                <a:latin typeface="FS PF BeauSans Pro"/>
                <a:ea typeface="FS PF BeauSans Pro"/>
                <a:cs typeface="FS PF BeauSans Pro"/>
                <a:sym typeface="FS PF BeauSans Pro"/>
              </a:rPr>
              <a:t>: reject if quality or continuity drops too much</a:t>
            </a:r>
          </a:p>
        </p:txBody>
      </p:sp>
      <p:sp>
        <p:nvSpPr>
          <p:cNvPr id="1026" name="Output card"/>
          <p:cNvSpPr/>
          <p:nvPr/>
        </p:nvSpPr>
        <p:spPr>
          <a:xfrm>
            <a:off x="8290560" y="2712720"/>
            <a:ext cx="3291840" cy="2590800"/>
          </a:xfrm>
          <a:prstGeom prst="roundRect">
            <a:avLst>
              <a:gd name="adj" fmla="val 6000"/>
            </a:avLst>
          </a:prstGeom>
          <a:solidFill>
            <a:srgbClr val="F4F4F4"/>
          </a:solidFill>
          <a:ln>
            <a:noFill/>
          </a:ln>
        </p:spPr>
        <p:txBody>
          <a:bodyPr wrap="square" lIns="0" tIns="0" rIns="0" bIns="0" rtlCol="0" anchor="t">
            <a:noAutofit/>
          </a:bodyPr>
          <a:lstStyle/>
          <a:p>
            <a:endParaRPr lang="en-US" dirty="0"/>
          </a:p>
        </p:txBody>
      </p:sp>
      <p:sp>
        <p:nvSpPr>
          <p:cNvPr id="1027" name="Output label"/>
          <p:cNvSpPr txBox="1"/>
          <p:nvPr/>
        </p:nvSpPr>
        <p:spPr>
          <a:xfrm>
            <a:off x="8473440" y="2846832"/>
            <a:ext cx="2926080" cy="274320"/>
          </a:xfrm>
          <a:prstGeom prst="rect">
            <a:avLst/>
          </a:prstGeom>
          <a:noFill/>
          <a:ln>
            <a:noFill/>
          </a:ln>
        </p:spPr>
        <p:txBody>
          <a:bodyPr wrap="square" lIns="0" tIns="0" rIns="0" bIns="0" rtlCol="0" anchor="t">
            <a:noAutofit/>
          </a:bodyPr>
          <a:lstStyle/>
          <a:p>
            <a:pPr algn="l"/>
            <a:r>
              <a:rPr lang="en-US" sz="1067" b="1" dirty="0">
                <a:solidFill>
                  <a:srgbClr val="7F7F7F"/>
                </a:solidFill>
                <a:latin typeface="FS PF BeauSans Pro"/>
                <a:ea typeface="FS PF BeauSans Pro"/>
                <a:cs typeface="FS PF BeauSans Pro"/>
                <a:sym typeface="FS PF BeauSans Pro"/>
              </a:rPr>
              <a:t>OUTPUT</a:t>
            </a:r>
          </a:p>
        </p:txBody>
      </p:sp>
      <p:sp>
        <p:nvSpPr>
          <p:cNvPr id="1029" name="Output caption"/>
          <p:cNvSpPr txBox="1"/>
          <p:nvPr/>
        </p:nvSpPr>
        <p:spPr>
          <a:xfrm>
            <a:off x="8473440" y="4529328"/>
            <a:ext cx="2926080" cy="701040"/>
          </a:xfrm>
          <a:prstGeom prst="rect">
            <a:avLst/>
          </a:prstGeom>
          <a:noFill/>
          <a:ln>
            <a:noFill/>
          </a:ln>
        </p:spPr>
        <p:txBody>
          <a:bodyPr wrap="square" lIns="0" tIns="0" rIns="0" bIns="0" rtlCol="0" anchor="t">
            <a:noAutofit/>
          </a:bodyPr>
          <a:lstStyle/>
          <a:p>
            <a:pPr algn="ctr">
              <a:buNone/>
            </a:pPr>
            <a:r>
              <a:rPr lang="en-US" sz="1333" b="1" dirty="0">
                <a:solidFill>
                  <a:srgbClr val="404155"/>
                </a:solidFill>
                <a:latin typeface="FS PF BeauSans Pro"/>
                <a:ea typeface="FS PF BeauSans Pro"/>
                <a:cs typeface="FS PF BeauSans Pro"/>
              </a:rPr>
              <a:t>Kept</a:t>
            </a:r>
            <a:r>
              <a:rPr lang="en-US" sz="1333" dirty="0">
                <a:solidFill>
                  <a:srgbClr val="000000"/>
                </a:solidFill>
                <a:latin typeface="FS PF BeauSans Pro"/>
                <a:ea typeface="FS PF BeauSans Pro"/>
                <a:cs typeface="FS PF BeauSans Pro"/>
              </a:rPr>
              <a:t> → NVV speech corpus</a:t>
            </a:r>
          </a:p>
        </p:txBody>
      </p:sp>
      <p:sp>
        <p:nvSpPr>
          <p:cNvPr id="1030" name="Flow arrow 1"/>
          <p:cNvSpPr/>
          <p:nvPr/>
        </p:nvSpPr>
        <p:spPr>
          <a:xfrm>
            <a:off x="400812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1" name="Flow arrow 2"/>
          <p:cNvSpPr/>
          <p:nvPr/>
        </p:nvSpPr>
        <p:spPr>
          <a:xfrm>
            <a:off x="7848600" y="3825240"/>
            <a:ext cx="335280" cy="365760"/>
          </a:xfrm>
          <a:prstGeom prst="rightArrow">
            <a:avLst/>
          </a:prstGeom>
          <a:solidFill>
            <a:srgbClr val="B4B4B4"/>
          </a:solidFill>
          <a:ln>
            <a:noFill/>
          </a:ln>
        </p:spPr>
        <p:txBody>
          <a:bodyPr wrap="square" lIns="0" tIns="0" rIns="0" bIns="0" rtlCol="0" anchor="t">
            <a:noAutofit/>
          </a:bodyPr>
          <a:lstStyle/>
          <a:p>
            <a:endParaRPr lang="en-US" dirty="0"/>
          </a:p>
        </p:txBody>
      </p:sp>
      <p:sp>
        <p:nvSpPr>
          <p:cNvPr id="103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NISQA: </a:t>
            </a:r>
            <a:r>
              <a:rPr lang="en-US" sz="900" dirty="0">
                <a:solidFill>
                  <a:srgbClr val="595959"/>
                </a:solidFill>
                <a:latin typeface="FS PF BeauSans Pro"/>
                <a:ea typeface="FS PF BeauSans Pro"/>
                <a:cs typeface="FS PF BeauSans Pro"/>
              </a:rPr>
              <a:t>Mittag et al., Interspeech 2021</a:t>
            </a:r>
          </a:p>
        </p:txBody>
      </p:sp>
      <p:pic>
        <p:nvPicPr>
          <p:cNvPr id="1033" name="Process visual Filter (Canva)" descr="Filter step"/>
          <p:cNvPicPr>
            <a:picLocks noChangeAspect="1"/>
          </p:cNvPicPr>
          <p:nvPr/>
        </p:nvPicPr>
        <p:blipFill>
          <a:blip r:embed="rId2"/>
          <a:srcRect t="1" b="5026"/>
          <a:stretch>
            <a:fillRect/>
          </a:stretch>
        </p:blipFill>
        <p:spPr>
          <a:xfrm>
            <a:off x="5189018" y="3169920"/>
            <a:ext cx="1813962" cy="1215813"/>
          </a:xfrm>
          <a:prstGeom prst="rect">
            <a:avLst/>
          </a:prstGeom>
        </p:spPr>
      </p:pic>
      <p:pic>
        <p:nvPicPr>
          <p:cNvPr id="1034" name="Input visual (Canva)" descr="Spliced recording with the laugh inserted: chứ thôi , [laughter] để nó lành thôi"/>
          <p:cNvPicPr>
            <a:picLocks noChangeAspect="1"/>
          </p:cNvPicPr>
          <p:nvPr/>
        </p:nvPicPr>
        <p:blipFill>
          <a:blip r:embed="rId3"/>
          <a:stretch>
            <a:fillRect/>
          </a:stretch>
        </p:blipFill>
        <p:spPr>
          <a:xfrm>
            <a:off x="815168" y="3124200"/>
            <a:ext cx="2880703" cy="1371600"/>
          </a:xfrm>
          <a:prstGeom prst="rect">
            <a:avLst/>
          </a:prstGeom>
        </p:spPr>
      </p:pic>
      <p:pic>
        <p:nvPicPr>
          <p:cNvPr id="1035" name="Output visual (Canva)" descr="NVV speech corpus"/>
          <p:cNvPicPr>
            <a:picLocks noChangeAspect="1"/>
          </p:cNvPicPr>
          <p:nvPr/>
        </p:nvPicPr>
        <p:blipFill>
          <a:blip r:embed="rId4"/>
          <a:stretch>
            <a:fillRect/>
          </a:stretch>
        </p:blipFill>
        <p:spPr>
          <a:xfrm>
            <a:off x="9037988" y="3124200"/>
            <a:ext cx="1796982" cy="1371600"/>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Fine-tuning &amp; inference</a:t>
            </a:r>
          </a:p>
        </p:txBody>
      </p:sp>
      <p:sp>
        <p:nvSpPr>
          <p:cNvPr id="148" name="Google Shape;148;p10"/>
          <p:cNvSpPr txBox="1">
            <a:spLocks noGrp="1"/>
          </p:cNvSpPr>
          <p:nvPr>
            <p:ph type="body" idx="1"/>
          </p:nvPr>
        </p:nvSpPr>
        <p:spPr>
          <a:xfrm>
            <a:off x="850392" y="1371600"/>
            <a:ext cx="10570464" cy="883920"/>
          </a:xfrm>
          <a:prstGeom prst="rect">
            <a:avLst/>
          </a:prstGeom>
          <a:noFill/>
          <a:ln>
            <a:noFill/>
          </a:ln>
        </p:spPr>
        <p:txBody>
          <a:bodyPr spcFirstLastPara="1" wrap="square" lIns="91425" tIns="91425" rIns="91425" bIns="91425" anchor="t" anchorCtr="0">
            <a:noAutofit/>
          </a:bodyPr>
          <a:lstStyle/>
          <a:p>
            <a:pPr marL="152400" indent="0" algn="l">
              <a:lnSpc>
                <a:spcPct val="110000"/>
              </a:lnSpc>
              <a:buNone/>
            </a:pPr>
            <a:r>
              <a:rPr lang="en-US" sz="2000" dirty="0">
                <a:latin typeface="FS PF BeauSans Pro"/>
                <a:ea typeface="FS PF BeauSans Pro"/>
                <a:cs typeface="FS PF BeauSans Pro"/>
              </a:rPr>
              <a:t>OmniVoice is fine-tuned on our synthetic NVV data alone (224,064 utterances, 811 h, 17 tags) for 10,000 steps; at inference, an inline tag produces the sound in the cloned voice.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15</a:t>
            </a:fld>
            <a:endParaRPr lang="en-US" dirty="0"/>
          </a:p>
        </p:txBody>
      </p:sp>
      <p:sp>
        <p:nvSpPr>
          <p:cNvPr id="1010"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pic>
        <p:nvPicPr>
          <p:cNvPr id="1011" name="Figure fine-tuning (Canva)" descr="NVV speech corpus fine-tunes OmniVoice, which speaks the tagged sentence with the NVV"/>
          <p:cNvPicPr>
            <a:picLocks noChangeAspect="1"/>
          </p:cNvPicPr>
          <p:nvPr/>
        </p:nvPicPr>
        <p:blipFill>
          <a:blip r:embed="rId2"/>
          <a:stretch>
            <a:fillRect/>
          </a:stretch>
        </p:blipFill>
        <p:spPr>
          <a:xfrm>
            <a:off x="731520" y="3107065"/>
            <a:ext cx="10725912" cy="1924029"/>
          </a:xfrm>
          <a:prstGeom prst="rect">
            <a:avLst/>
          </a:prstGeom>
        </p:spPr>
      </p:pic>
    </p:spTree>
    <p:extLst>
      <p:ext uri="{BB962C8B-B14F-4D97-AF65-F5344CB8AC3E}">
        <p14:creationId xmlns:p14="http://schemas.microsoft.com/office/powerpoint/2010/main" val="5847235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67CB50DF-B1ED-0C9D-C732-111A79BCBA67}"/>
            </a:ext>
          </a:extLst>
        </p:cNvPr>
        <p:cNvGrpSpPr/>
        <p:nvPr/>
      </p:nvGrpSpPr>
      <p:grpSpPr>
        <a:xfrm>
          <a:off x="0" y="0"/>
          <a:ext cx="0" cy="0"/>
          <a:chOff x="0" y="0"/>
          <a:chExt cx="0" cy="0"/>
        </a:xfrm>
      </p:grpSpPr>
      <p:sp>
        <p:nvSpPr>
          <p:cNvPr id="146" name="Google Shape;146;p10">
            <a:extLst>
              <a:ext uri="{FF2B5EF4-FFF2-40B4-BE49-F238E27FC236}">
                <a16:creationId xmlns:a16="http://schemas.microsoft.com/office/drawing/2014/main" id="{E553ECB0-80F2-AB4F-C73E-4094CB12EDC2}"/>
              </a:ext>
            </a:extLst>
          </p:cNvPr>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Fine-tuning &amp; inference</a:t>
            </a:r>
          </a:p>
        </p:txBody>
      </p:sp>
      <p:sp>
        <p:nvSpPr>
          <p:cNvPr id="148" name="Google Shape;148;p10">
            <a:extLst>
              <a:ext uri="{FF2B5EF4-FFF2-40B4-BE49-F238E27FC236}">
                <a16:creationId xmlns:a16="http://schemas.microsoft.com/office/drawing/2014/main" id="{E1EC1085-DFC1-305B-8DD9-A638FFD50B81}"/>
              </a:ext>
            </a:extLst>
          </p:cNvPr>
          <p:cNvSpPr txBox="1">
            <a:spLocks noGrp="1"/>
          </p:cNvSpPr>
          <p:nvPr>
            <p:ph type="body" idx="1"/>
          </p:nvPr>
        </p:nvSpPr>
        <p:spPr>
          <a:xfrm>
            <a:off x="699785" y="2545080"/>
            <a:ext cx="3000846" cy="88392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OmniVoice is NAR TTS system finetune on many languages and NVV tags (mostly Chinese)</a:t>
            </a:r>
          </a:p>
        </p:txBody>
      </p:sp>
      <p:sp>
        <p:nvSpPr>
          <p:cNvPr id="2" name="Slide Number Placeholder 1">
            <a:extLst>
              <a:ext uri="{FF2B5EF4-FFF2-40B4-BE49-F238E27FC236}">
                <a16:creationId xmlns:a16="http://schemas.microsoft.com/office/drawing/2014/main" id="{450B0665-26CA-78D7-024E-04A788359A7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16</a:t>
            </a:fld>
            <a:endParaRPr lang="en-US" dirty="0"/>
          </a:p>
        </p:txBody>
      </p:sp>
      <p:pic>
        <p:nvPicPr>
          <p:cNvPr id="3" name="Picture 2" descr="OmniVoice: 600개 이상의 언어를 지원하는 제로샷 음성 복제 및 음성 디자인 TTS 모델 - 읽을거리&amp;정보공유 -  PyTorchKR">
            <a:extLst>
              <a:ext uri="{FF2B5EF4-FFF2-40B4-BE49-F238E27FC236}">
                <a16:creationId xmlns:a16="http://schemas.microsoft.com/office/drawing/2014/main" id="{23F3A01F-53C5-D359-0706-E52BA2C103F8}"/>
              </a:ext>
            </a:extLst>
          </p:cNvPr>
          <p:cNvPicPr>
            <a:picLocks noChangeAspect="1"/>
          </p:cNvPicPr>
          <p:nvPr/>
        </p:nvPicPr>
        <p:blipFill>
          <a:blip r:embed="rId2"/>
          <a:stretch>
            <a:fillRect/>
          </a:stretch>
        </p:blipFill>
        <p:spPr>
          <a:xfrm>
            <a:off x="4083722" y="1143000"/>
            <a:ext cx="7772400" cy="4572000"/>
          </a:xfrm>
          <a:prstGeom prst="rect">
            <a:avLst/>
          </a:prstGeom>
        </p:spPr>
      </p:pic>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spTree>
    <p:extLst>
      <p:ext uri="{BB962C8B-B14F-4D97-AF65-F5344CB8AC3E}">
        <p14:creationId xmlns:p14="http://schemas.microsoft.com/office/powerpoint/2010/main" val="353885360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Why fine-tune OmniVoice?</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17</a:t>
            </a:fld>
            <a:endParaRPr lang="en-US" dirty="0"/>
          </a:p>
        </p:txBody>
      </p:sp>
      <p:sp>
        <p:nvSpPr>
          <p:cNvPr id="1008" name="TextBox 8"/>
          <p:cNvSpPr txBox="1"/>
          <p:nvPr/>
        </p:nvSpPr>
        <p:spPr>
          <a:xfrm>
            <a:off x="875406" y="1673833"/>
            <a:ext cx="4732004" cy="971549"/>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Few NVV tags</a:t>
            </a:r>
          </a:p>
          <a:p>
            <a:pPr algn="l">
              <a:lnSpc>
                <a:spcPts val="2400"/>
              </a:lnSpc>
            </a:pPr>
            <a:r>
              <a:rPr lang="en-US" sz="1733" dirty="0">
                <a:solidFill>
                  <a:srgbClr val="000000"/>
                </a:solidFill>
                <a:latin typeface="FS PF BeauSans Pro"/>
                <a:ea typeface="FS PF BeauSans Pro"/>
                <a:cs typeface="FS PF BeauSans Pro"/>
                <a:sym typeface="FS PF BeauSans Pro"/>
              </a:rPr>
              <a:t>Only [laughter] and [sigh] are non-verbal; 15 of our 17 classes have no tag.</a:t>
            </a:r>
          </a:p>
        </p:txBody>
      </p:sp>
      <p:sp>
        <p:nvSpPr>
          <p:cNvPr id="1009" name="TextBox 9"/>
          <p:cNvSpPr txBox="1"/>
          <p:nvPr/>
        </p:nvSpPr>
        <p:spPr>
          <a:xfrm>
            <a:off x="6691707" y="1673833"/>
            <a:ext cx="4640296" cy="1050886"/>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Easy integration</a:t>
            </a:r>
          </a:p>
          <a:p>
            <a:pPr algn="l">
              <a:lnSpc>
                <a:spcPts val="2400"/>
              </a:lnSpc>
            </a:pPr>
            <a:r>
              <a:rPr lang="en-US" sz="1733" dirty="0">
                <a:solidFill>
                  <a:srgbClr val="000000"/>
                </a:solidFill>
                <a:latin typeface="FS PF BeauSans Pro"/>
                <a:ea typeface="FS PF BeauSans Pro"/>
                <a:cs typeface="FS PF BeauSans Pro"/>
                <a:sym typeface="FS PF BeauSans Pro"/>
              </a:rPr>
              <a:t>It can learn new NVV tags easily and give great result</a:t>
            </a:r>
          </a:p>
        </p:txBody>
      </p:sp>
      <p:sp>
        <p:nvSpPr>
          <p:cNvPr id="1010" name="TextBox 10"/>
          <p:cNvSpPr txBox="1"/>
          <p:nvPr/>
        </p:nvSpPr>
        <p:spPr>
          <a:xfrm>
            <a:off x="875406" y="3533169"/>
            <a:ext cx="4579157" cy="1051506"/>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No tag control</a:t>
            </a:r>
          </a:p>
          <a:p>
            <a:pPr algn="l">
              <a:lnSpc>
                <a:spcPts val="2400"/>
              </a:lnSpc>
            </a:pPr>
            <a:r>
              <a:rPr lang="en-US" sz="1733" dirty="0">
                <a:solidFill>
                  <a:srgbClr val="000000"/>
                </a:solidFill>
                <a:latin typeface="FS PF BeauSans Pro"/>
                <a:ea typeface="FS PF BeauSans Pro"/>
                <a:cs typeface="FS PF BeauSans Pro"/>
                <a:sym typeface="FS PF BeauSans Pro"/>
              </a:rPr>
              <a:t>It often drops the tag or speak the tag in English when the </a:t>
            </a:r>
            <a:r>
              <a:rPr lang="en-US" sz="1733" dirty="0">
                <a:latin typeface="FS PF BeauSans Pro"/>
                <a:ea typeface="FS PF BeauSans Pro"/>
                <a:cs typeface="FS PF BeauSans Pro"/>
                <a:sym typeface="FS PF BeauSans Pro"/>
              </a:rPr>
              <a:t>context</a:t>
            </a:r>
            <a:r>
              <a:rPr lang="en-US" sz="1733" dirty="0">
                <a:solidFill>
                  <a:srgbClr val="000000"/>
                </a:solidFill>
                <a:latin typeface="FS PF BeauSans Pro"/>
                <a:ea typeface="FS PF BeauSans Pro"/>
                <a:cs typeface="FS PF BeauSans Pro"/>
                <a:sym typeface="FS PF BeauSans Pro"/>
              </a:rPr>
              <a:t> is Vietnamese.</a:t>
            </a:r>
          </a:p>
        </p:txBody>
      </p:sp>
      <p:sp>
        <p:nvSpPr>
          <p:cNvPr id="1011" name="TextBox 11"/>
          <p:cNvSpPr txBox="1"/>
          <p:nvPr/>
        </p:nvSpPr>
        <p:spPr>
          <a:xfrm>
            <a:off x="6691707" y="3533169"/>
            <a:ext cx="4640296" cy="1051506"/>
          </a:xfrm>
          <a:prstGeom prst="rect">
            <a:avLst/>
          </a:prstGeom>
        </p:spPr>
        <p:txBody>
          <a:bodyPr lIns="0" tIns="0" rIns="0" bIns="0" rtlCol="0" anchor="t">
            <a:spAutoFit/>
          </a:bodyPr>
          <a:lstStyle/>
          <a:p>
            <a:pPr algn="l">
              <a:lnSpc>
                <a:spcPts val="3600"/>
              </a:lnSpc>
            </a:pPr>
            <a:r>
              <a:rPr lang="en-US" sz="2000" b="1" dirty="0">
                <a:solidFill>
                  <a:srgbClr val="E80500"/>
                </a:solidFill>
                <a:latin typeface="FS PF BeauSans Pro"/>
                <a:ea typeface="FS PF BeauSans Pro"/>
                <a:cs typeface="FS PF BeauSans Pro"/>
                <a:sym typeface="FS PF BeauSans Pro"/>
              </a:rPr>
              <a:t>Our fix</a:t>
            </a:r>
          </a:p>
          <a:p>
            <a:pPr algn="l">
              <a:lnSpc>
                <a:spcPts val="2400"/>
              </a:lnSpc>
            </a:pPr>
            <a:r>
              <a:rPr lang="en-US" sz="1733" dirty="0">
                <a:solidFill>
                  <a:srgbClr val="000000"/>
                </a:solidFill>
                <a:latin typeface="FS PF BeauSans Pro"/>
                <a:ea typeface="FS PF BeauSans Pro"/>
                <a:cs typeface="FS PF BeauSans Pro"/>
                <a:sym typeface="FS PF BeauSans Pro"/>
              </a:rPr>
              <a:t>Fine-tune on our synthetic data alone: all 17 tags on Vietnamese speech, with the same objective.</a:t>
            </a:r>
          </a:p>
        </p:txBody>
      </p:sp>
      <p:sp>
        <p:nvSpPr>
          <p:cNvPr id="1012"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p:txBody>
      </p:sp>
    </p:spTree>
    <p:extLst>
      <p:ext uri="{BB962C8B-B14F-4D97-AF65-F5344CB8AC3E}">
        <p14:creationId xmlns:p14="http://schemas.microsoft.com/office/powerpoint/2010/main" val="58472357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1DF9C122-3012-C3BD-F55B-FF675829078B}"/>
            </a:ext>
          </a:extLst>
        </p:cNvPr>
        <p:cNvGrpSpPr/>
        <p:nvPr/>
      </p:nvGrpSpPr>
      <p:grpSpPr>
        <a:xfrm>
          <a:off x="0" y="0"/>
          <a:ext cx="0" cy="0"/>
          <a:chOff x="0" y="0"/>
          <a:chExt cx="0" cy="0"/>
        </a:xfrm>
      </p:grpSpPr>
      <p:sp>
        <p:nvSpPr>
          <p:cNvPr id="146" name="Google Shape;146;p10">
            <a:extLst>
              <a:ext uri="{FF2B5EF4-FFF2-40B4-BE49-F238E27FC236}">
                <a16:creationId xmlns:a16="http://schemas.microsoft.com/office/drawing/2014/main" id="{C5954C47-8350-BBD2-1E84-89E1A6785D3B}"/>
              </a:ext>
            </a:extLst>
          </p:cNvPr>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NVV clip pool</a:t>
            </a:r>
          </a:p>
        </p:txBody>
      </p:sp>
      <p:sp>
        <p:nvSpPr>
          <p:cNvPr id="148" name="Google Shape;148;p10">
            <a:extLst>
              <a:ext uri="{FF2B5EF4-FFF2-40B4-BE49-F238E27FC236}">
                <a16:creationId xmlns:a16="http://schemas.microsoft.com/office/drawing/2014/main" id="{2948CE33-01E6-E042-142B-7C712E61EEE7}"/>
              </a:ext>
            </a:extLst>
          </p:cNvPr>
          <p:cNvSpPr txBox="1">
            <a:spLocks noGrp="1"/>
          </p:cNvSpPr>
          <p:nvPr>
            <p:ph type="body" idx="1"/>
          </p:nvPr>
        </p:nvSpPr>
        <p:spPr>
          <a:xfrm>
            <a:off x="502920" y="1371600"/>
            <a:ext cx="4754880" cy="3840480"/>
          </a:xfrm>
          <a:prstGeom prst="rect">
            <a:avLst/>
          </a:prstGeom>
          <a:noFill/>
          <a:ln>
            <a:noFill/>
          </a:ln>
        </p:spPr>
        <p:txBody>
          <a:bodyPr spcFirstLastPara="1" wrap="square" lIns="91425" tIns="91425" rIns="91425" bIns="91425" anchor="t" anchorCtr="0">
            <a:noAutofit/>
          </a:bodyPr>
          <a:lstStyle/>
          <a:p>
            <a:pPr marL="152400" indent="0" algn="l">
              <a:lnSpc>
                <a:spcPct val="110000"/>
              </a:lnSpc>
              <a:spcAft>
                <a:spcPts val="600"/>
              </a:spcAft>
              <a:buNone/>
            </a:pPr>
            <a:r>
              <a:rPr lang="en-US" sz="1800" dirty="0">
                <a:latin typeface="FS PF BeauSans Pro"/>
                <a:ea typeface="FS PF BeauSans Pro"/>
                <a:cs typeface="FS PF BeauSans Pro"/>
              </a:rPr>
              <a:t>Built once before synthesis: clean, isolated NVV clips pooled from several corpora into 17 classes.</a:t>
            </a:r>
          </a:p>
          <a:p>
            <a:pPr marL="495300" indent="-342900">
              <a:lnSpc>
                <a:spcPct val="110000"/>
              </a:lnSpc>
              <a:spcAft>
                <a:spcPts val="300"/>
              </a:spcAft>
              <a:buFont typeface="Wingdings" panose="05000000000000000000" pitchFamily="2" charset="2"/>
              <a:buChar char="Ø"/>
            </a:pPr>
            <a:r>
              <a:rPr lang="en-US" sz="1600" b="1" dirty="0">
                <a:latin typeface="FS PF BeauSans Pro"/>
                <a:ea typeface="FS PF BeauSans Pro"/>
                <a:cs typeface="FS PF BeauSans Pro"/>
              </a:rPr>
              <a:t>13,165 clips, 12.0 h</a:t>
            </a:r>
            <a:r>
              <a:rPr lang="en-US" sz="1600" dirty="0">
                <a:latin typeface="FS PF BeauSans Pro"/>
                <a:ea typeface="FS PF BeauSans Pro"/>
                <a:cs typeface="FS PF BeauSans Pro"/>
              </a:rPr>
              <a:t> in total</a:t>
            </a:r>
          </a:p>
        </p:txBody>
      </p:sp>
      <p:sp>
        <p:nvSpPr>
          <p:cNvPr id="2" name="Slide Number Placeholder 1">
            <a:extLst>
              <a:ext uri="{FF2B5EF4-FFF2-40B4-BE49-F238E27FC236}">
                <a16:creationId xmlns:a16="http://schemas.microsoft.com/office/drawing/2014/main" id="{90EF4C06-006E-3F1E-BB18-3BB234B95A8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18</a:t>
            </a:fld>
            <a:endParaRPr lang="en-US" dirty="0"/>
          </a:p>
        </p:txBody>
      </p:sp>
      <p:sp>
        <p:nvSpPr>
          <p:cNvPr id="3" name="TextBox 2">
            <a:extLst>
              <a:ext uri="{FF2B5EF4-FFF2-40B4-BE49-F238E27FC236}">
                <a16:creationId xmlns:a16="http://schemas.microsoft.com/office/drawing/2014/main" id="{E346E55C-9483-A29E-BD57-5AAFA5098EAD}"/>
              </a:ext>
            </a:extLst>
          </p:cNvPr>
          <p:cNvSpPr txBox="1"/>
          <p:nvPr/>
        </p:nvSpPr>
        <p:spPr>
          <a:xfrm>
            <a:off x="5394960" y="5074920"/>
            <a:ext cx="6309360" cy="310896"/>
          </a:xfrm>
          <a:prstGeom prst="rect">
            <a:avLst/>
          </a:prstGeom>
          <a:noFill/>
        </p:spPr>
        <p:txBody>
          <a:bodyPr wrap="none" rtlCol="0">
            <a:spAutoFit/>
          </a:bodyPr>
          <a:lstStyle/>
          <a:p>
            <a:pPr algn="ctr"/>
            <a:r>
              <a:rPr lang="en-US" sz="1100" dirty="0">
                <a:solidFill>
                  <a:srgbClr val="262626"/>
                </a:solidFill>
                <a:latin typeface="FS PF BeauSans Pro"/>
                <a:ea typeface="FS PF BeauSans Pro"/>
                <a:cs typeface="FS PF BeauSans Pro"/>
              </a:rPr>
              <a:t>Figure 1: NVV clips per class in the clip pool</a:t>
            </a:r>
          </a:p>
        </p:txBody>
      </p:sp>
      <p:graphicFrame>
        <p:nvGraphicFramePr>
          <p:cNvPr id="1016" name="Chart NVV clips per class" descr="Bar chart of NVV clips per class: breathing 3,196, crying 2,288, the six VocalSound classes about 900 each, screaming 896, then gasp 364 down to pant 11."/>
          <p:cNvGraphicFramePr>
            <a:graphicFrameLocks noGrp="1"/>
          </p:cNvGraphicFramePr>
          <p:nvPr/>
        </p:nvGraphicFramePr>
        <p:xfrm>
          <a:off x="5394960" y="1234440"/>
          <a:ext cx="6309360" cy="379476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21023284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548640" y="1325880"/>
            <a:ext cx="11064240" cy="502920"/>
          </a:xfrm>
          <a:prstGeom prst="rect">
            <a:avLst/>
          </a:prstGeom>
          <a:noFill/>
          <a:ln>
            <a:noFill/>
          </a:ln>
        </p:spPr>
        <p:txBody>
          <a:bodyPr spcFirstLastPara="1" wrap="square" lIns="91425" tIns="91425" rIns="91425" bIns="91425" anchor="t" anchorCtr="0">
            <a:noAutofit/>
          </a:bodyPr>
          <a:lstStyle/>
          <a:p>
            <a:pPr marL="152400" indent="0" algn="l">
              <a:lnSpc>
                <a:spcPct val="110000"/>
              </a:lnSpc>
              <a:buNone/>
            </a:pPr>
            <a:r>
              <a:rPr lang="en-US" sz="1700" dirty="0">
                <a:latin typeface="FS PF BeauSans Pro"/>
                <a:ea typeface="FS PF BeauSans Pro"/>
                <a:cs typeface="FS PF BeauSans Pro"/>
              </a:rPr>
              <a:t>The first synthesize TTS with nonverbal element for Vietnamese, able to scale up for more tags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19</a:t>
            </a:fld>
            <a:endParaRPr lang="en-US" dirty="0"/>
          </a:p>
        </p:txBody>
      </p:sp>
      <p:sp>
        <p:nvSpPr>
          <p:cNvPr id="3" name="TextBox 2">
            <a:extLst>
              <a:ext uri="{FF2B5EF4-FFF2-40B4-BE49-F238E27FC236}">
                <a16:creationId xmlns:a16="http://schemas.microsoft.com/office/drawing/2014/main" id="{57E87E1A-D060-BE3F-639E-3C826F9CD4BF}"/>
              </a:ext>
            </a:extLst>
          </p:cNvPr>
          <p:cNvSpPr txBox="1"/>
          <p:nvPr/>
        </p:nvSpPr>
        <p:spPr>
          <a:xfrm>
            <a:off x="4023360" y="5532120"/>
            <a:ext cx="7315200" cy="310896"/>
          </a:xfrm>
          <a:prstGeom prst="rect">
            <a:avLst/>
          </a:prstGeom>
          <a:noFill/>
        </p:spPr>
        <p:txBody>
          <a:bodyPr wrap="none" rtlCol="0">
            <a:spAutoFit/>
          </a:bodyPr>
          <a:lstStyle/>
          <a:p>
            <a:pPr algn="ctr"/>
            <a:r>
              <a:rPr lang="en-US" sz="1100" dirty="0">
                <a:solidFill>
                  <a:srgbClr val="262626"/>
                </a:solidFill>
                <a:latin typeface="FS PF BeauSans Pro"/>
                <a:ea typeface="FS PF BeauSans Pro"/>
                <a:cs typeface="FS PF BeauSans Pro"/>
              </a:rPr>
              <a:t>Figure 2: Hours of synthetic training speech per tag (built from ViVoice)</a:t>
            </a:r>
          </a:p>
        </p:txBody>
      </p:sp>
      <p:sp>
        <p:nvSpPr>
          <p:cNvPr id="149" name="Stat 0"/>
          <p:cNvSpPr/>
          <p:nvPr/>
        </p:nvSpPr>
        <p:spPr>
          <a:xfrm>
            <a:off x="640080" y="2103120"/>
            <a:ext cx="2926080" cy="1005840"/>
          </a:xfrm>
          <a:prstGeom prst="roundRect">
            <a:avLst>
              <a:gd name="adj" fmla="val 8000"/>
            </a:avLst>
          </a:prstGeom>
          <a:solidFill>
            <a:srgbClr val="FFFFFF"/>
          </a:solidFill>
          <a:ln w="12700">
            <a:solidFill>
              <a:srgbClr val="E0E0E0"/>
            </a:solidFill>
          </a:ln>
        </p:spPr>
        <p:txBody>
          <a:bodyPr wrap="square" lIns="137160" tIns="45720" rIns="137160" bIns="45720" anchor="ctr">
            <a:noAutofit/>
          </a:bodyPr>
          <a:lstStyle/>
          <a:p>
            <a:pPr algn="ctr"/>
            <a:r>
              <a:rPr lang="en-US" sz="3600" b="1" dirty="0">
                <a:solidFill>
                  <a:srgbClr val="EE0033"/>
                </a:solidFill>
                <a:latin typeface="FS PF BeauSans Pro"/>
                <a:ea typeface="FS PF BeauSans Pro"/>
                <a:cs typeface="FS PF BeauSans Pro"/>
              </a:rPr>
              <a:t>224,064</a:t>
            </a:r>
          </a:p>
          <a:p>
            <a:pPr algn="ctr">
              <a:lnSpc>
                <a:spcPct val="100000"/>
              </a:lnSpc>
            </a:pPr>
            <a:r>
              <a:rPr lang="en-US" sz="1200" dirty="0">
                <a:solidFill>
                  <a:srgbClr val="262626"/>
                </a:solidFill>
                <a:latin typeface="FS PF BeauSans Pro"/>
                <a:ea typeface="FS PF BeauSans Pro"/>
                <a:cs typeface="FS PF BeauSans Pro"/>
              </a:rPr>
              <a:t>utterances, one NVV each</a:t>
            </a:r>
          </a:p>
        </p:txBody>
      </p:sp>
      <p:sp>
        <p:nvSpPr>
          <p:cNvPr id="150" name="Stat 1"/>
          <p:cNvSpPr/>
          <p:nvPr/>
        </p:nvSpPr>
        <p:spPr>
          <a:xfrm>
            <a:off x="640080" y="3218687"/>
            <a:ext cx="2926080" cy="1005840"/>
          </a:xfrm>
          <a:prstGeom prst="roundRect">
            <a:avLst>
              <a:gd name="adj" fmla="val 8000"/>
            </a:avLst>
          </a:prstGeom>
          <a:solidFill>
            <a:srgbClr val="FFFFFF"/>
          </a:solidFill>
          <a:ln w="12700">
            <a:solidFill>
              <a:srgbClr val="E0E0E0"/>
            </a:solidFill>
          </a:ln>
        </p:spPr>
        <p:txBody>
          <a:bodyPr wrap="square" lIns="137160" tIns="45720" rIns="137160" bIns="45720" anchor="ctr">
            <a:noAutofit/>
          </a:bodyPr>
          <a:lstStyle/>
          <a:p>
            <a:pPr algn="ctr"/>
            <a:r>
              <a:rPr lang="en-US" sz="3600" b="1" dirty="0">
                <a:solidFill>
                  <a:srgbClr val="EE0033"/>
                </a:solidFill>
                <a:latin typeface="FS PF BeauSans Pro"/>
                <a:ea typeface="FS PF BeauSans Pro"/>
                <a:cs typeface="FS PF BeauSans Pro"/>
              </a:rPr>
              <a:t>810.8 h</a:t>
            </a:r>
          </a:p>
          <a:p>
            <a:pPr algn="ctr">
              <a:lnSpc>
                <a:spcPct val="100000"/>
              </a:lnSpc>
            </a:pPr>
            <a:r>
              <a:rPr lang="en-US" sz="1200" dirty="0">
                <a:solidFill>
                  <a:srgbClr val="262626"/>
                </a:solidFill>
                <a:latin typeface="FS PF BeauSans Pro"/>
                <a:ea typeface="FS PF BeauSans Pro"/>
                <a:cs typeface="FS PF BeauSans Pro"/>
              </a:rPr>
              <a:t>of tagged Vietnamese speech</a:t>
            </a:r>
          </a:p>
        </p:txBody>
      </p:sp>
      <p:sp>
        <p:nvSpPr>
          <p:cNvPr id="151" name="Stat 2"/>
          <p:cNvSpPr/>
          <p:nvPr/>
        </p:nvSpPr>
        <p:spPr>
          <a:xfrm>
            <a:off x="640080" y="4334256"/>
            <a:ext cx="2926080" cy="1005840"/>
          </a:xfrm>
          <a:prstGeom prst="roundRect">
            <a:avLst>
              <a:gd name="adj" fmla="val 8000"/>
            </a:avLst>
          </a:prstGeom>
          <a:solidFill>
            <a:srgbClr val="FFFFFF"/>
          </a:solidFill>
          <a:ln w="12700">
            <a:solidFill>
              <a:srgbClr val="E0E0E0"/>
            </a:solidFill>
          </a:ln>
        </p:spPr>
        <p:txBody>
          <a:bodyPr wrap="square" lIns="137160" tIns="45720" rIns="137160" bIns="45720" anchor="ctr">
            <a:noAutofit/>
          </a:bodyPr>
          <a:lstStyle/>
          <a:p>
            <a:pPr algn="ctr"/>
            <a:r>
              <a:rPr lang="en-US" sz="3600" b="1" dirty="0">
                <a:solidFill>
                  <a:srgbClr val="EE0033"/>
                </a:solidFill>
                <a:latin typeface="FS PF BeauSans Pro"/>
                <a:ea typeface="FS PF BeauSans Pro"/>
                <a:cs typeface="FS PF BeauSans Pro"/>
              </a:rPr>
              <a:t>17</a:t>
            </a:r>
          </a:p>
          <a:p>
            <a:pPr algn="ctr">
              <a:lnSpc>
                <a:spcPct val="100000"/>
              </a:lnSpc>
            </a:pPr>
            <a:r>
              <a:rPr lang="en-US" sz="1200" dirty="0">
                <a:solidFill>
                  <a:srgbClr val="262626"/>
                </a:solidFill>
                <a:latin typeface="FS PF BeauSans Pro"/>
                <a:ea typeface="FS PF BeauSans Pro"/>
                <a:cs typeface="FS PF BeauSans Pro"/>
              </a:rPr>
              <a:t>NVV tags, 10,190–13,522 utterances each</a:t>
            </a:r>
          </a:p>
        </p:txBody>
      </p:sp>
      <p:graphicFrame>
        <p:nvGraphicFramePr>
          <p:cNvPr id="152" name="Chart hours per tag" descr="Bar chart of synthetic training hours per tag: from laughter 55.2 h down to burp 41.8 h and snoring 31.7 h; 810.8 h in total."/>
          <p:cNvGraphicFramePr>
            <a:graphicFrameLocks noGrp="1"/>
          </p:cNvGraphicFramePr>
          <p:nvPr/>
        </p:nvGraphicFramePr>
        <p:xfrm>
          <a:off x="4023360" y="1828800"/>
          <a:ext cx="7406640" cy="36576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5847235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Evaluation metrics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20</a:t>
            </a:fld>
            <a:endParaRPr lang="en-US" dirty="0"/>
          </a:p>
        </p:txBody>
      </p:sp>
      <p:sp>
        <p:nvSpPr>
          <p:cNvPr id="147" name="Metrics Zero-shot TTS"/>
          <p:cNvSpPr/>
          <p:nvPr/>
        </p:nvSpPr>
        <p:spPr>
          <a:xfrm>
            <a:off x="548640" y="1417320"/>
            <a:ext cx="3429000" cy="3749039"/>
          </a:xfrm>
          <a:prstGeom prst="roundRect">
            <a:avLst>
              <a:gd name="adj" fmla="val 6000"/>
            </a:avLst>
          </a:prstGeom>
          <a:solidFill>
            <a:srgbClr val="FFFFFF"/>
          </a:solidFill>
          <a:ln w="12700">
            <a:solidFill>
              <a:srgbClr val="E0E0E0"/>
            </a:solidFill>
          </a:ln>
        </p:spPr>
        <p:txBody>
          <a:bodyPr wrap="square" lIns="137160" tIns="137160" rIns="137160" bIns="137160" anchor="t">
            <a:noAutofit/>
          </a:bodyPr>
          <a:lstStyle/>
          <a:p>
            <a:pPr algn="l">
              <a:lnSpc>
                <a:spcPct val="100000"/>
              </a:lnSpc>
              <a:buNone/>
            </a:pPr>
            <a:r>
              <a:rPr lang="en-US" sz="1800" b="1" dirty="0">
                <a:solidFill>
                  <a:srgbClr val="EE0033"/>
                </a:solidFill>
                <a:latin typeface="FS PF BeauSans Pro"/>
                <a:ea typeface="FS PF BeauSans Pro"/>
                <a:cs typeface="FS PF BeauSans Pro"/>
              </a:rPr>
              <a:t>Zero-shot TTS</a:t>
            </a:r>
          </a:p>
          <a:p>
            <a:pPr algn="l">
              <a:lnSpc>
                <a:spcPct val="100000"/>
              </a:lnSpc>
              <a:spcAft>
                <a:spcPts val="900"/>
              </a:spcAft>
              <a:buNone/>
            </a:pPr>
            <a:r>
              <a:rPr lang="en-US" sz="1200" dirty="0">
                <a:solidFill>
                  <a:srgbClr val="595959"/>
                </a:solidFill>
                <a:latin typeface="FS PF BeauSans Pro"/>
                <a:ea typeface="FS PF BeauSans Pro"/>
                <a:cs typeface="FS PF BeauSans Pro"/>
              </a:rPr>
              <a:t>238 plain-text utterances</a:t>
            </a:r>
          </a:p>
          <a:p>
            <a:pPr algn="l">
              <a:lnSpc>
                <a:spcPct val="100000"/>
              </a:lnSpc>
              <a:buNone/>
            </a:pPr>
            <a:r>
              <a:rPr lang="en-US" sz="1400" b="1" dirty="0">
                <a:solidFill>
                  <a:srgbClr val="262626"/>
                </a:solidFill>
                <a:latin typeface="FS PF BeauSans Pro"/>
                <a:ea typeface="FS PF BeauSans Pro"/>
                <a:cs typeface="FS PF BeauSans Pro"/>
              </a:rPr>
              <a:t>WER ↓</a:t>
            </a:r>
          </a:p>
          <a:p>
            <a:pPr algn="l">
              <a:lnSpc>
                <a:spcPct val="110000"/>
              </a:lnSpc>
              <a:spcAft>
                <a:spcPts val="900"/>
              </a:spcAft>
              <a:buNone/>
            </a:pPr>
            <a:r>
              <a:rPr lang="en-US" sz="1300" dirty="0">
                <a:solidFill>
                  <a:srgbClr val="262626"/>
                </a:solidFill>
                <a:latin typeface="FS PF BeauSans Pro"/>
                <a:ea typeface="FS PF BeauSans Pro"/>
                <a:cs typeface="FS PF BeauSans Pro"/>
              </a:rPr>
              <a:t>word error rate (%) of a Zipformer ASR transcript vs the input text</a:t>
            </a:r>
          </a:p>
          <a:p>
            <a:pPr algn="l">
              <a:lnSpc>
                <a:spcPct val="100000"/>
              </a:lnSpc>
              <a:buNone/>
            </a:pPr>
            <a:r>
              <a:rPr lang="en-US" sz="1400" b="1" dirty="0">
                <a:solidFill>
                  <a:srgbClr val="262626"/>
                </a:solidFill>
                <a:latin typeface="FS PF BeauSans Pro"/>
                <a:ea typeface="FS PF BeauSans Pro"/>
                <a:cs typeface="FS PF BeauSans Pro"/>
              </a:rPr>
              <a:t>SIM-o ↑</a:t>
            </a:r>
          </a:p>
          <a:p>
            <a:pPr algn="l">
              <a:lnSpc>
                <a:spcPct val="110000"/>
              </a:lnSpc>
              <a:spcAft>
                <a:spcPts val="900"/>
              </a:spcAft>
              <a:buNone/>
            </a:pPr>
            <a:r>
              <a:rPr lang="en-US" sz="1300" dirty="0">
                <a:solidFill>
                  <a:srgbClr val="262626"/>
                </a:solidFill>
                <a:latin typeface="FS PF BeauSans Pro"/>
                <a:ea typeface="FS PF BeauSans Pro"/>
                <a:cs typeface="FS PF BeauSans Pro"/>
              </a:rPr>
              <a:t>speaker similarity: ECAPA-TDNN cosine, output vs reference voice</a:t>
            </a:r>
          </a:p>
          <a:p>
            <a:pPr algn="l">
              <a:lnSpc>
                <a:spcPct val="100000"/>
              </a:lnSpc>
              <a:buNone/>
            </a:pPr>
            <a:r>
              <a:rPr lang="en-US" sz="1400" b="1" dirty="0">
                <a:solidFill>
                  <a:srgbClr val="262626"/>
                </a:solidFill>
                <a:latin typeface="FS PF BeauSans Pro"/>
                <a:ea typeface="FS PF BeauSans Pro"/>
                <a:cs typeface="FS PF BeauSans Pro"/>
              </a:rPr>
              <a:t>RTF ↓</a:t>
            </a:r>
          </a:p>
          <a:p>
            <a:pPr algn="l">
              <a:lnSpc>
                <a:spcPct val="110000"/>
              </a:lnSpc>
              <a:spcAft>
                <a:spcPts val="900"/>
              </a:spcAft>
              <a:buNone/>
            </a:pPr>
            <a:r>
              <a:rPr lang="en-US" sz="1300" dirty="0">
                <a:solidFill>
                  <a:srgbClr val="262626"/>
                </a:solidFill>
                <a:latin typeface="FS PF BeauSans Pro"/>
                <a:ea typeface="FS PF BeauSans Pro"/>
                <a:cs typeface="FS PF BeauSans Pro"/>
              </a:rPr>
              <a:t>synthesis time ÷ audio length, one A100</a:t>
            </a:r>
          </a:p>
        </p:txBody>
      </p:sp>
      <p:sp>
        <p:nvSpPr>
          <p:cNvPr id="148" name="Metrics NVV synthesis"/>
          <p:cNvSpPr/>
          <p:nvPr/>
        </p:nvSpPr>
        <p:spPr>
          <a:xfrm>
            <a:off x="4251959" y="1417320"/>
            <a:ext cx="3429000" cy="3749039"/>
          </a:xfrm>
          <a:prstGeom prst="roundRect">
            <a:avLst>
              <a:gd name="adj" fmla="val 6000"/>
            </a:avLst>
          </a:prstGeom>
          <a:solidFill>
            <a:srgbClr val="FFFFFF"/>
          </a:solidFill>
          <a:ln w="12700">
            <a:solidFill>
              <a:srgbClr val="E0E0E0"/>
            </a:solidFill>
          </a:ln>
        </p:spPr>
        <p:txBody>
          <a:bodyPr wrap="square" lIns="137160" tIns="137160" rIns="137160" bIns="137160" anchor="t">
            <a:noAutofit/>
          </a:bodyPr>
          <a:lstStyle/>
          <a:p>
            <a:pPr algn="l">
              <a:lnSpc>
                <a:spcPct val="100000"/>
              </a:lnSpc>
              <a:buNone/>
            </a:pPr>
            <a:r>
              <a:rPr lang="en-US" sz="1800" b="1" dirty="0">
                <a:solidFill>
                  <a:srgbClr val="EE0033"/>
                </a:solidFill>
                <a:latin typeface="FS PF BeauSans Pro"/>
                <a:ea typeface="FS PF BeauSans Pro"/>
                <a:cs typeface="FS PF BeauSans Pro"/>
              </a:rPr>
              <a:t>NVV synthesis</a:t>
            </a:r>
          </a:p>
          <a:p>
            <a:pPr algn="l">
              <a:lnSpc>
                <a:spcPct val="100000"/>
              </a:lnSpc>
              <a:spcAft>
                <a:spcPts val="900"/>
              </a:spcAft>
              <a:buNone/>
            </a:pPr>
            <a:r>
              <a:rPr lang="en-US" sz="1200" dirty="0">
                <a:solidFill>
                  <a:srgbClr val="595959"/>
                </a:solidFill>
                <a:latin typeface="FS PF BeauSans Pro"/>
                <a:ea typeface="FS PF BeauSans Pro"/>
                <a:cs typeface="FS PF BeauSans Pro"/>
              </a:rPr>
              <a:t>2,940 tagged items, 7 unseen voices</a:t>
            </a:r>
          </a:p>
          <a:p>
            <a:pPr algn="l">
              <a:lnSpc>
                <a:spcPct val="100000"/>
              </a:lnSpc>
              <a:buNone/>
            </a:pPr>
            <a:r>
              <a:rPr lang="en-US" sz="1400" b="1" dirty="0">
                <a:solidFill>
                  <a:srgbClr val="262626"/>
                </a:solidFill>
                <a:latin typeface="FS PF BeauSans Pro"/>
                <a:ea typeface="FS PF BeauSans Pro"/>
                <a:cs typeface="FS PF BeauSans Pro"/>
              </a:rPr>
              <a:t>NVMR ↓</a:t>
            </a:r>
          </a:p>
          <a:p>
            <a:pPr algn="l">
              <a:lnSpc>
                <a:spcPct val="110000"/>
              </a:lnSpc>
              <a:spcAft>
                <a:spcPts val="900"/>
              </a:spcAft>
              <a:buNone/>
            </a:pPr>
            <a:r>
              <a:rPr lang="en-US" sz="1300" dirty="0">
                <a:solidFill>
                  <a:srgbClr val="262626"/>
                </a:solidFill>
                <a:latin typeface="FS PF BeauSans Pro"/>
                <a:ea typeface="FS PF BeauSans Pro"/>
                <a:cs typeface="FS PF BeauSans Pro"/>
              </a:rPr>
              <a:t>miss rate: tags with no vocalization at all (skipped or read out)</a:t>
            </a:r>
          </a:p>
          <a:p>
            <a:pPr algn="l">
              <a:lnSpc>
                <a:spcPct val="100000"/>
              </a:lnSpc>
              <a:buNone/>
            </a:pPr>
            <a:r>
              <a:rPr lang="en-US" sz="1400" b="1" dirty="0">
                <a:solidFill>
                  <a:srgbClr val="262626"/>
                </a:solidFill>
                <a:latin typeface="FS PF BeauSans Pro"/>
                <a:ea typeface="FS PF BeauSans Pro"/>
                <a:cs typeface="FS PF BeauSans Pro"/>
              </a:rPr>
              <a:t>NVPA ↑</a:t>
            </a:r>
          </a:p>
          <a:p>
            <a:pPr algn="l">
              <a:lnSpc>
                <a:spcPct val="110000"/>
              </a:lnSpc>
              <a:spcAft>
                <a:spcPts val="900"/>
              </a:spcAft>
              <a:buNone/>
            </a:pPr>
            <a:r>
              <a:rPr lang="en-US" sz="1300" dirty="0">
                <a:solidFill>
                  <a:srgbClr val="262626"/>
                </a:solidFill>
                <a:latin typeface="FS PF BeauSans Pro"/>
                <a:ea typeface="FS PF BeauSans Pro"/>
                <a:cs typeface="FS PF BeauSans Pro"/>
              </a:rPr>
              <a:t>placement accuracy: FlexSED finds the tagged class at the tag's position</a:t>
            </a:r>
          </a:p>
          <a:p>
            <a:pPr algn="l">
              <a:lnSpc>
                <a:spcPct val="100000"/>
              </a:lnSpc>
              <a:buNone/>
            </a:pPr>
            <a:r>
              <a:rPr lang="en-US" sz="1400" b="1" dirty="0">
                <a:solidFill>
                  <a:srgbClr val="262626"/>
                </a:solidFill>
                <a:latin typeface="FS PF BeauSans Pro"/>
                <a:ea typeface="FS PF BeauSans Pro"/>
                <a:cs typeface="FS PF BeauSans Pro"/>
              </a:rPr>
              <a:t>WER, SIM-o, RTF</a:t>
            </a:r>
          </a:p>
          <a:p>
            <a:pPr algn="l">
              <a:lnSpc>
                <a:spcPct val="110000"/>
              </a:lnSpc>
              <a:spcAft>
                <a:spcPts val="900"/>
              </a:spcAft>
              <a:buNone/>
            </a:pPr>
            <a:r>
              <a:rPr lang="en-US" sz="1300" dirty="0">
                <a:solidFill>
                  <a:srgbClr val="262626"/>
                </a:solidFill>
                <a:latin typeface="FS PF BeauSans Pro"/>
                <a:ea typeface="FS PF BeauSans Pro"/>
                <a:cs typeface="FS PF BeauSans Pro"/>
              </a:rPr>
              <a:t>as in zero-shot</a:t>
            </a:r>
          </a:p>
        </p:txBody>
      </p:sp>
      <p:sp>
        <p:nvSpPr>
          <p:cNvPr id="149" name="Metrics Listening test"/>
          <p:cNvSpPr/>
          <p:nvPr/>
        </p:nvSpPr>
        <p:spPr>
          <a:xfrm>
            <a:off x="7955279" y="1417320"/>
            <a:ext cx="3429000" cy="3749039"/>
          </a:xfrm>
          <a:prstGeom prst="roundRect">
            <a:avLst>
              <a:gd name="adj" fmla="val 6000"/>
            </a:avLst>
          </a:prstGeom>
          <a:solidFill>
            <a:srgbClr val="FFFFFF"/>
          </a:solidFill>
          <a:ln w="12700">
            <a:solidFill>
              <a:srgbClr val="E0E0E0"/>
            </a:solidFill>
          </a:ln>
        </p:spPr>
        <p:txBody>
          <a:bodyPr wrap="square" lIns="137160" tIns="137160" rIns="137160" bIns="137160" anchor="t">
            <a:noAutofit/>
          </a:bodyPr>
          <a:lstStyle/>
          <a:p>
            <a:pPr algn="l">
              <a:lnSpc>
                <a:spcPct val="100000"/>
              </a:lnSpc>
              <a:buNone/>
            </a:pPr>
            <a:r>
              <a:rPr lang="en-US" sz="1800" b="1" dirty="0">
                <a:solidFill>
                  <a:srgbClr val="EE0033"/>
                </a:solidFill>
                <a:latin typeface="FS PF BeauSans Pro"/>
                <a:ea typeface="FS PF BeauSans Pro"/>
                <a:cs typeface="FS PF BeauSans Pro"/>
              </a:rPr>
              <a:t>Listening test</a:t>
            </a:r>
          </a:p>
          <a:p>
            <a:pPr algn="l">
              <a:lnSpc>
                <a:spcPct val="100000"/>
              </a:lnSpc>
              <a:spcAft>
                <a:spcPts val="900"/>
              </a:spcAft>
              <a:buNone/>
            </a:pPr>
            <a:r>
              <a:rPr lang="en-US" sz="1200" dirty="0">
                <a:solidFill>
                  <a:srgbClr val="595959"/>
                </a:solidFill>
                <a:latin typeface="FS PF BeauSans Pro"/>
                <a:ea typeface="FS PF BeauSans Pro"/>
                <a:cs typeface="FS PF BeauSans Pro"/>
              </a:rPr>
              <a:t>10 native listeners × 40 samples, rated 1–5</a:t>
            </a:r>
          </a:p>
          <a:p>
            <a:pPr algn="l">
              <a:lnSpc>
                <a:spcPct val="100000"/>
              </a:lnSpc>
              <a:buNone/>
            </a:pPr>
            <a:r>
              <a:rPr lang="en-US" sz="1400" b="1" dirty="0">
                <a:solidFill>
                  <a:srgbClr val="262626"/>
                </a:solidFill>
                <a:latin typeface="FS PF BeauSans Pro"/>
                <a:ea typeface="FS PF BeauSans Pro"/>
                <a:cs typeface="FS PF BeauSans Pro"/>
              </a:rPr>
              <a:t>MOS-Q ↑</a:t>
            </a:r>
          </a:p>
          <a:p>
            <a:pPr algn="l">
              <a:lnSpc>
                <a:spcPct val="110000"/>
              </a:lnSpc>
              <a:spcAft>
                <a:spcPts val="900"/>
              </a:spcAft>
              <a:buNone/>
            </a:pPr>
            <a:r>
              <a:rPr lang="en-US" sz="1300" dirty="0">
                <a:solidFill>
                  <a:srgbClr val="262626"/>
                </a:solidFill>
                <a:latin typeface="FS PF BeauSans Pro"/>
                <a:ea typeface="FS PF BeauSans Pro"/>
                <a:cs typeface="FS PF BeauSans Pro"/>
              </a:rPr>
              <a:t>audio quality</a:t>
            </a:r>
          </a:p>
          <a:p>
            <a:pPr algn="l">
              <a:lnSpc>
                <a:spcPct val="100000"/>
              </a:lnSpc>
              <a:buNone/>
            </a:pPr>
            <a:r>
              <a:rPr lang="en-US" sz="1400" b="1" dirty="0">
                <a:solidFill>
                  <a:srgbClr val="262626"/>
                </a:solidFill>
                <a:latin typeface="FS PF BeauSans Pro"/>
                <a:ea typeface="FS PF BeauSans Pro"/>
                <a:cs typeface="FS PF BeauSans Pro"/>
              </a:rPr>
              <a:t>MOS-N ↑</a:t>
            </a:r>
          </a:p>
          <a:p>
            <a:pPr algn="l">
              <a:lnSpc>
                <a:spcPct val="110000"/>
              </a:lnSpc>
              <a:spcAft>
                <a:spcPts val="900"/>
              </a:spcAft>
              <a:buNone/>
            </a:pPr>
            <a:r>
              <a:rPr lang="en-US" sz="1300" dirty="0">
                <a:solidFill>
                  <a:srgbClr val="262626"/>
                </a:solidFill>
                <a:latin typeface="FS PF BeauSans Pro"/>
                <a:ea typeface="FS PF BeauSans Pro"/>
                <a:cs typeface="FS PF BeauSans Pro"/>
              </a:rPr>
              <a:t>naturalness: does it sound like a real person?</a:t>
            </a:r>
          </a:p>
          <a:p>
            <a:pPr algn="l">
              <a:lnSpc>
                <a:spcPct val="100000"/>
              </a:lnSpc>
              <a:buNone/>
            </a:pPr>
            <a:r>
              <a:rPr lang="en-US" sz="1400" b="1" dirty="0">
                <a:solidFill>
                  <a:srgbClr val="262626"/>
                </a:solidFill>
                <a:latin typeface="FS PF BeauSans Pro"/>
                <a:ea typeface="FS PF BeauSans Pro"/>
                <a:cs typeface="FS PF BeauSans Pro"/>
              </a:rPr>
              <a:t>MOS-E ↑</a:t>
            </a:r>
          </a:p>
          <a:p>
            <a:pPr algn="l">
              <a:lnSpc>
                <a:spcPct val="110000"/>
              </a:lnSpc>
              <a:spcAft>
                <a:spcPts val="900"/>
              </a:spcAft>
              <a:buNone/>
            </a:pPr>
            <a:r>
              <a:rPr lang="en-US" sz="1300" dirty="0">
                <a:solidFill>
                  <a:srgbClr val="262626"/>
                </a:solidFill>
                <a:latin typeface="FS PF BeauSans Pro"/>
                <a:ea typeface="FS PF BeauSans Pro"/>
                <a:cs typeface="FS PF BeauSans Pro"/>
              </a:rPr>
              <a:t>expressiveness: the right sound, with the sentence's feeling</a:t>
            </a:r>
          </a:p>
          <a:p>
            <a:pPr algn="l">
              <a:lnSpc>
                <a:spcPct val="100000"/>
              </a:lnSpc>
              <a:buNone/>
            </a:pPr>
            <a:r>
              <a:rPr lang="en-US" sz="1400" b="1" dirty="0">
                <a:solidFill>
                  <a:srgbClr val="262626"/>
                </a:solidFill>
                <a:latin typeface="FS PF BeauSans Pro"/>
                <a:ea typeface="FS PF BeauSans Pro"/>
                <a:cs typeface="FS PF BeauSans Pro"/>
              </a:rPr>
              <a:t>±</a:t>
            </a:r>
          </a:p>
          <a:p>
            <a:pPr algn="l">
              <a:lnSpc>
                <a:spcPct val="110000"/>
              </a:lnSpc>
              <a:spcAft>
                <a:spcPts val="900"/>
              </a:spcAft>
              <a:buNone/>
            </a:pPr>
            <a:r>
              <a:rPr lang="en-US" sz="1300" dirty="0">
                <a:solidFill>
                  <a:srgbClr val="262626"/>
                </a:solidFill>
                <a:latin typeface="FS PF BeauSans Pro"/>
                <a:ea typeface="FS PF BeauSans Pro"/>
                <a:cs typeface="FS PF BeauSans Pro"/>
              </a:rPr>
              <a:t>95% confidence interval</a:t>
            </a:r>
          </a:p>
        </p:txBody>
      </p:sp>
      <p:sp>
        <p:nvSpPr>
          <p:cNvPr id="150" name="Footnote citations"/>
          <p:cNvSpPr txBox="1"/>
          <p:nvPr/>
        </p:nvSpPr>
        <p:spPr>
          <a:xfrm>
            <a:off x="411480" y="5989320"/>
            <a:ext cx="8869680" cy="77724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FlexSED: </a:t>
            </a:r>
            <a:r>
              <a:rPr lang="en-US" sz="900" dirty="0">
                <a:solidFill>
                  <a:srgbClr val="595959"/>
                </a:solidFill>
                <a:latin typeface="FS PF BeauSans Pro"/>
                <a:ea typeface="FS PF BeauSans Pro"/>
                <a:cs typeface="FS PF BeauSans Pro"/>
              </a:rPr>
              <a:t>Hai et al., arXiv:2509.18606, 2025</a:t>
            </a:r>
          </a:p>
          <a:p>
            <a:pPr>
              <a:buNone/>
            </a:pPr>
            <a:r>
              <a:rPr lang="en-US" sz="900" b="1" dirty="0">
                <a:solidFill>
                  <a:srgbClr val="595959"/>
                </a:solidFill>
                <a:latin typeface="FS PF BeauSans Pro"/>
                <a:ea typeface="FS PF BeauSans Pro"/>
                <a:cs typeface="FS PF BeauSans Pro"/>
              </a:rPr>
              <a:t>Zipformer: </a:t>
            </a:r>
            <a:r>
              <a:rPr lang="en-US" sz="900" dirty="0">
                <a:solidFill>
                  <a:srgbClr val="595959"/>
                </a:solidFill>
                <a:latin typeface="FS PF BeauSans Pro"/>
                <a:ea typeface="FS PF BeauSans Pro"/>
                <a:cs typeface="FS PF BeauSans Pro"/>
              </a:rPr>
              <a:t>Yao et al., ICLR 2024</a:t>
            </a:r>
          </a:p>
          <a:p>
            <a:pPr>
              <a:buNone/>
            </a:pPr>
            <a:r>
              <a:rPr lang="en-US" sz="900" b="1" dirty="0">
                <a:solidFill>
                  <a:srgbClr val="595959"/>
                </a:solidFill>
                <a:latin typeface="FS PF BeauSans Pro"/>
                <a:ea typeface="FS PF BeauSans Pro"/>
                <a:cs typeface="FS PF BeauSans Pro"/>
              </a:rPr>
              <a:t>ECAPA-TDNN: </a:t>
            </a:r>
            <a:r>
              <a:rPr lang="en-US" sz="900" dirty="0">
                <a:solidFill>
                  <a:srgbClr val="595959"/>
                </a:solidFill>
                <a:latin typeface="FS PF BeauSans Pro"/>
                <a:ea typeface="FS PF BeauSans Pro"/>
                <a:cs typeface="FS PF BeauSans Pro"/>
              </a:rPr>
              <a:t>Desplanques et al., Interspeech 2020</a:t>
            </a:r>
          </a:p>
        </p:txBody>
      </p:sp>
    </p:spTree>
    <p:extLst>
      <p:ext uri="{BB962C8B-B14F-4D97-AF65-F5344CB8AC3E}">
        <p14:creationId xmlns:p14="http://schemas.microsoft.com/office/powerpoint/2010/main" val="5847235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850392" y="1325880"/>
            <a:ext cx="10570464" cy="457200"/>
          </a:xfrm>
          <a:prstGeom prst="rect">
            <a:avLst/>
          </a:prstGeom>
          <a:noFill/>
          <a:ln>
            <a:noFill/>
          </a:ln>
        </p:spPr>
        <p:txBody>
          <a:bodyPr spcFirstLastPara="1" wrap="square" lIns="91425" tIns="91425" rIns="91425" bIns="91425" anchor="t" anchorCtr="0">
            <a:noAutofit/>
          </a:bodyPr>
          <a:lstStyle/>
          <a:p>
            <a:pPr marL="152400" indent="0" algn="l">
              <a:lnSpc>
                <a:spcPct val="110000"/>
              </a:lnSpc>
              <a:buNone/>
            </a:pPr>
            <a:r>
              <a:rPr lang="en-US" sz="1800" dirty="0">
                <a:latin typeface="FS PF BeauSans Pro"/>
                <a:ea typeface="FS PF BeauSans Pro"/>
                <a:cs typeface="FS PF BeauSans Pro"/>
              </a:rPr>
              <a:t>Zero-shot TTS on plain text: the same </a:t>
            </a:r>
            <a:r>
              <a:rPr lang="en-US" sz="1800" b="1" dirty="0">
                <a:latin typeface="FS PF BeauSans Pro"/>
                <a:ea typeface="FS PF BeauSans Pro"/>
                <a:cs typeface="FS PF BeauSans Pro"/>
              </a:rPr>
              <a:t>238 utterances</a:t>
            </a:r>
            <a:r>
              <a:rPr lang="en-US" sz="1800" dirty="0">
                <a:latin typeface="FS PF BeauSans Pro"/>
                <a:ea typeface="FS PF BeauSans Pro"/>
                <a:cs typeface="FS PF BeauSans Pro"/>
              </a:rPr>
              <a:t> for every system</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21</a:t>
            </a:fld>
            <a:endParaRPr lang="en-US" dirty="0"/>
          </a:p>
        </p:txBody>
      </p:sp>
      <p:sp>
        <p:nvSpPr>
          <p:cNvPr id="5" name="TextBox 4">
            <a:extLst>
              <a:ext uri="{FF2B5EF4-FFF2-40B4-BE49-F238E27FC236}">
                <a16:creationId xmlns:a16="http://schemas.microsoft.com/office/drawing/2014/main" id="{E31E5905-79B7-94D5-4785-3478AB6EA853}"/>
              </a:ext>
            </a:extLst>
          </p:cNvPr>
          <p:cNvSpPr txBox="1"/>
          <p:nvPr/>
        </p:nvSpPr>
        <p:spPr>
          <a:xfrm>
            <a:off x="2895447" y="5202936"/>
            <a:ext cx="6400800" cy="310896"/>
          </a:xfrm>
          <a:prstGeom prst="rect">
            <a:avLst/>
          </a:prstGeom>
          <a:noFill/>
        </p:spPr>
        <p:txBody>
          <a:bodyPr wrap="none" rtlCol="0">
            <a:spAutoFit/>
          </a:bodyPr>
          <a:lstStyle/>
          <a:p>
            <a:pPr algn="ctr"/>
            <a:r>
              <a:rPr lang="en-US" sz="1100" dirty="0">
                <a:solidFill>
                  <a:srgbClr val="262626"/>
                </a:solidFill>
                <a:latin typeface="FS PF BeauSans Pro"/>
                <a:ea typeface="FS PF BeauSans Pro"/>
                <a:cs typeface="FS PF BeauSans Pro"/>
              </a:rPr>
              <a:t>Table 3: Zero-shot TTS evaluation (WER in %)</a:t>
            </a:r>
          </a:p>
        </p:txBody>
      </p:sp>
      <p:graphicFrame>
        <p:nvGraphicFramePr>
          <p:cNvPr id="153" name="Table zero-shot"/>
          <p:cNvGraphicFramePr>
            <a:graphicFrameLocks noGrp="1"/>
          </p:cNvGraphicFramePr>
          <p:nvPr/>
        </p:nvGraphicFramePr>
        <p:xfrm>
          <a:off x="1713585" y="1874519"/>
          <a:ext cx="8764524" cy="3218688"/>
        </p:xfrm>
        <a:graphic>
          <a:graphicData uri="http://schemas.openxmlformats.org/drawingml/2006/table">
            <a:tbl>
              <a:tblPr firstRow="1"/>
              <a:tblGrid>
                <a:gridCol w="3950208">
                  <a:extLst>
                    <a:ext uri="{9D8B030D-6E8A-4147-A177-3AD203B41FA5}">
                      <a16:colId xmlns:a16="http://schemas.microsoft.com/office/drawing/2014/main" val="20000"/>
                    </a:ext>
                  </a:extLst>
                </a:gridCol>
                <a:gridCol w="1604772">
                  <a:extLst>
                    <a:ext uri="{9D8B030D-6E8A-4147-A177-3AD203B41FA5}">
                      <a16:colId xmlns:a16="http://schemas.microsoft.com/office/drawing/2014/main" val="20001"/>
                    </a:ext>
                  </a:extLst>
                </a:gridCol>
                <a:gridCol w="1604772">
                  <a:extLst>
                    <a:ext uri="{9D8B030D-6E8A-4147-A177-3AD203B41FA5}">
                      <a16:colId xmlns:a16="http://schemas.microsoft.com/office/drawing/2014/main" val="20002"/>
                    </a:ext>
                  </a:extLst>
                </a:gridCol>
                <a:gridCol w="1604772">
                  <a:extLst>
                    <a:ext uri="{9D8B030D-6E8A-4147-A177-3AD203B41FA5}">
                      <a16:colId xmlns:a16="http://schemas.microsoft.com/office/drawing/2014/main" val="20003"/>
                    </a:ext>
                  </a:extLst>
                </a:gridCol>
              </a:tblGrid>
              <a:tr h="402336">
                <a:tc>
                  <a:txBody>
                    <a:bodyPr/>
                    <a:lstStyle/>
                    <a:p>
                      <a:pPr algn="l"/>
                      <a:r>
                        <a:rPr lang="en-US" sz="1500" b="1" dirty="0">
                          <a:solidFill>
                            <a:srgbClr val="262626"/>
                          </a:solidFill>
                          <a:latin typeface="FS PF BeauSans Pro"/>
                          <a:ea typeface="FS PF BeauSans Pro"/>
                          <a:cs typeface="FS PF BeauSans Pro"/>
                        </a:rPr>
                        <a:t>System</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WER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SIM-o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RTF ↓</a:t>
                      </a:r>
                    </a:p>
                  </a:txBody>
                  <a:tcPr marL="68580" marR="68580" marT="22860" marB="22860" anchor="ctr">
                    <a:lnL w="0">
                      <a:noFill/>
                    </a:lnL>
                    <a:lnR w="0">
                      <a:noFill/>
                    </a:lnR>
                    <a:lnT w="19050">
                      <a:solidFill>
                        <a:srgbClr val="262626"/>
                      </a:solidFill>
                    </a:lnT>
                    <a:lnB w="9525">
                      <a:solidFill>
                        <a:srgbClr val="262626"/>
                      </a:solidFill>
                    </a:lnB>
                    <a:noFill/>
                  </a:tcPr>
                </a:tc>
                <a:extLst>
                  <a:ext uri="{0D108BD9-81ED-4DB2-BD59-A6C34878D82A}">
                    <a16:rowId xmlns:a16="http://schemas.microsoft.com/office/drawing/2014/main" val="10000"/>
                  </a:ext>
                </a:extLst>
              </a:tr>
              <a:tr h="402336">
                <a:tc>
                  <a:txBody>
                    <a:bodyPr/>
                    <a:lstStyle/>
                    <a:p>
                      <a:pPr algn="l"/>
                      <a:r>
                        <a:rPr lang="en-US" sz="1500" dirty="0">
                          <a:solidFill>
                            <a:srgbClr val="262626"/>
                          </a:solidFill>
                          <a:latin typeface="FS PF BeauSans Pro"/>
                          <a:ea typeface="FS PF BeauSans Pro"/>
                          <a:cs typeface="FS PF BeauSans Pro"/>
                        </a:rPr>
                        <a:t>viXTTS</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3.27</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0.70</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0.67</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extLst>
                  <a:ext uri="{0D108BD9-81ED-4DB2-BD59-A6C34878D82A}">
                    <a16:rowId xmlns:a16="http://schemas.microsoft.com/office/drawing/2014/main" val="10001"/>
                  </a:ext>
                </a:extLst>
              </a:tr>
              <a:tr h="402336">
                <a:tc>
                  <a:txBody>
                    <a:bodyPr/>
                    <a:lstStyle/>
                    <a:p>
                      <a:pPr algn="l"/>
                      <a:r>
                        <a:rPr lang="en-US" sz="1500" dirty="0">
                          <a:solidFill>
                            <a:srgbClr val="262626"/>
                          </a:solidFill>
                          <a:latin typeface="FS PF BeauSans Pro"/>
                          <a:ea typeface="FS PF BeauSans Pro"/>
                          <a:cs typeface="FS PF BeauSans Pro"/>
                        </a:rPr>
                        <a:t>F5-TTS</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3.02</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0.82</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0.47</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2"/>
                  </a:ext>
                </a:extLst>
              </a:tr>
              <a:tr h="402336">
                <a:tc>
                  <a:txBody>
                    <a:bodyPr/>
                    <a:lstStyle/>
                    <a:p>
                      <a:pPr algn="l"/>
                      <a:r>
                        <a:rPr lang="en-US" sz="1500" dirty="0">
                          <a:solidFill>
                            <a:srgbClr val="262626"/>
                          </a:solidFill>
                          <a:latin typeface="FS PF BeauSans Pro"/>
                          <a:ea typeface="FS PF BeauSans Pro"/>
                          <a:cs typeface="FS PF BeauSans Pro"/>
                        </a:rPr>
                        <a:t>VietVoice-TTS</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2.37</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0.78</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0.47</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3"/>
                  </a:ext>
                </a:extLst>
              </a:tr>
              <a:tr h="402336">
                <a:tc>
                  <a:txBody>
                    <a:bodyPr/>
                    <a:lstStyle/>
                    <a:p>
                      <a:pPr algn="l"/>
                      <a:r>
                        <a:rPr lang="en-US" sz="1500" dirty="0">
                          <a:solidFill>
                            <a:srgbClr val="262626"/>
                          </a:solidFill>
                          <a:latin typeface="FS PF BeauSans Pro"/>
                          <a:ea typeface="FS PF BeauSans Pro"/>
                          <a:cs typeface="FS PF BeauSans Pro"/>
                        </a:rPr>
                        <a:t>VieNeu-TTS</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2.00</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0.65</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0.89</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4"/>
                  </a:ext>
                </a:extLst>
              </a:tr>
              <a:tr h="402336">
                <a:tc>
                  <a:txBody>
                    <a:bodyPr/>
                    <a:lstStyle/>
                    <a:p>
                      <a:pPr algn="l"/>
                      <a:r>
                        <a:rPr lang="en-US" sz="1500" dirty="0">
                          <a:solidFill>
                            <a:srgbClr val="262626"/>
                          </a:solidFill>
                          <a:latin typeface="FS PF BeauSans Pro"/>
                          <a:ea typeface="FS PF BeauSans Pro"/>
                          <a:cs typeface="FS PF BeauSans Pro"/>
                        </a:rPr>
                        <a:t>Fish Audio</a:t>
                      </a:r>
                    </a:p>
                  </a:txBody>
                  <a:tcPr marL="68580" marR="68580" marT="22860" marB="22860" anchor="ctr">
                    <a:lnL w="0">
                      <a:noFill/>
                    </a:lnL>
                    <a:lnR w="0">
                      <a:noFill/>
                    </a:lnR>
                    <a:lnT w="0">
                      <a:noFill/>
                    </a:lnT>
                    <a:lnB w="9525">
                      <a:solidFill>
                        <a:srgbClr val="262626"/>
                      </a:solidFill>
                    </a:lnB>
                    <a:noFill/>
                  </a:tcPr>
                </a:tc>
                <a:tc>
                  <a:txBody>
                    <a:bodyPr/>
                    <a:lstStyle/>
                    <a:p>
                      <a:pPr algn="ctr"/>
                      <a:r>
                        <a:rPr lang="en-US" sz="1500" dirty="0">
                          <a:solidFill>
                            <a:srgbClr val="262626"/>
                          </a:solidFill>
                          <a:latin typeface="FS PF BeauSans Pro"/>
                          <a:ea typeface="FS PF BeauSans Pro"/>
                          <a:cs typeface="FS PF BeauSans Pro"/>
                        </a:rPr>
                        <a:t>11.31</a:t>
                      </a:r>
                    </a:p>
                  </a:txBody>
                  <a:tcPr marL="68580" marR="68580" marT="22860" marB="22860" anchor="ctr">
                    <a:lnL w="0">
                      <a:noFill/>
                    </a:lnL>
                    <a:lnR w="0">
                      <a:noFill/>
                    </a:lnR>
                    <a:lnT w="0">
                      <a:noFill/>
                    </a:lnT>
                    <a:lnB w="9525">
                      <a:solidFill>
                        <a:srgbClr val="262626"/>
                      </a:solidFill>
                    </a:lnB>
                    <a:noFill/>
                  </a:tcPr>
                </a:tc>
                <a:tc>
                  <a:txBody>
                    <a:bodyPr/>
                    <a:lstStyle/>
                    <a:p>
                      <a:pPr algn="ctr"/>
                      <a:r>
                        <a:rPr lang="en-US" sz="1500" dirty="0">
                          <a:solidFill>
                            <a:srgbClr val="262626"/>
                          </a:solidFill>
                          <a:latin typeface="FS PF BeauSans Pro"/>
                          <a:ea typeface="FS PF BeauSans Pro"/>
                          <a:cs typeface="FS PF BeauSans Pro"/>
                        </a:rPr>
                        <a:t>0.79</a:t>
                      </a:r>
                    </a:p>
                  </a:txBody>
                  <a:tcPr marL="68580" marR="68580" marT="22860" marB="22860" anchor="ctr">
                    <a:lnL w="0">
                      <a:noFill/>
                    </a:lnL>
                    <a:lnR w="0">
                      <a:noFill/>
                    </a:lnR>
                    <a:lnT w="0">
                      <a:noFill/>
                    </a:lnT>
                    <a:lnB w="9525">
                      <a:solidFill>
                        <a:srgbClr val="262626"/>
                      </a:solidFill>
                    </a:lnB>
                    <a:noFill/>
                  </a:tcPr>
                </a:tc>
                <a:tc>
                  <a:txBody>
                    <a:bodyPr/>
                    <a:lstStyle/>
                    <a:p>
                      <a:pPr algn="ctr"/>
                      <a:r>
                        <a:rPr lang="en-US" sz="1500" dirty="0">
                          <a:solidFill>
                            <a:srgbClr val="262626"/>
                          </a:solidFill>
                          <a:latin typeface="FS PF BeauSans Pro"/>
                          <a:ea typeface="FS PF BeauSans Pro"/>
                          <a:cs typeface="FS PF BeauSans Pro"/>
                        </a:rPr>
                        <a:t>–</a:t>
                      </a:r>
                    </a:p>
                  </a:txBody>
                  <a:tcPr marL="68580" marR="68580" marT="22860" marB="22860" anchor="ctr">
                    <a:lnL w="0">
                      <a:noFill/>
                    </a:lnL>
                    <a:lnR w="0">
                      <a:noFill/>
                    </a:lnR>
                    <a:lnT w="0">
                      <a:noFill/>
                    </a:lnT>
                    <a:lnB w="9525">
                      <a:solidFill>
                        <a:srgbClr val="262626"/>
                      </a:solidFill>
                    </a:lnB>
                    <a:noFill/>
                  </a:tcPr>
                </a:tc>
                <a:extLst>
                  <a:ext uri="{0D108BD9-81ED-4DB2-BD59-A6C34878D82A}">
                    <a16:rowId xmlns:a16="http://schemas.microsoft.com/office/drawing/2014/main" val="10005"/>
                  </a:ext>
                </a:extLst>
              </a:tr>
              <a:tr h="402336">
                <a:tc>
                  <a:txBody>
                    <a:bodyPr/>
                    <a:lstStyle/>
                    <a:p>
                      <a:pPr algn="l"/>
                      <a:r>
                        <a:rPr lang="en-US" sz="1500" dirty="0">
                          <a:solidFill>
                            <a:srgbClr val="262626"/>
                          </a:solidFill>
                          <a:latin typeface="FS PF BeauSans Pro"/>
                          <a:ea typeface="FS PF BeauSans Pro"/>
                          <a:cs typeface="FS PF BeauSans Pro"/>
                        </a:rPr>
                        <a:t>OmniVoice (base)</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3.93</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0.84</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0.06</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extLst>
                  <a:ext uri="{0D108BD9-81ED-4DB2-BD59-A6C34878D82A}">
                    <a16:rowId xmlns:a16="http://schemas.microsoft.com/office/drawing/2014/main" val="10006"/>
                  </a:ext>
                </a:extLst>
              </a:tr>
              <a:tr h="402336">
                <a:tc>
                  <a:txBody>
                    <a:bodyPr/>
                    <a:lstStyle/>
                    <a:p>
                      <a:pPr algn="l"/>
                      <a:r>
                        <a:rPr lang="en-US" sz="1500" b="1" dirty="0">
                          <a:solidFill>
                            <a:srgbClr val="262626"/>
                          </a:solidFill>
                          <a:latin typeface="FS PF BeauSans Pro"/>
                          <a:ea typeface="FS PF BeauSans Pro"/>
                          <a:cs typeface="FS PF BeauSans Pro"/>
                        </a:rPr>
                        <a:t>OmniVoice fine-tuned (ours)</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4.78</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0.84</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0.06</a:t>
                      </a:r>
                    </a:p>
                  </a:txBody>
                  <a:tcPr marL="68580" marR="68580" marT="22860" marB="22860" anchor="ctr">
                    <a:lnL w="0">
                      <a:noFill/>
                    </a:lnL>
                    <a:lnR w="0">
                      <a:noFill/>
                    </a:lnR>
                    <a:lnT w="0">
                      <a:noFill/>
                    </a:lnT>
                    <a:lnB w="19050">
                      <a:solidFill>
                        <a:srgbClr val="262626"/>
                      </a:solidFill>
                    </a:lnB>
                    <a:solidFill>
                      <a:srgbClr val="FDECEC"/>
                    </a:solidFill>
                  </a:tcPr>
                </a:tc>
                <a:extLst>
                  <a:ext uri="{0D108BD9-81ED-4DB2-BD59-A6C34878D82A}">
                    <a16:rowId xmlns:a16="http://schemas.microsoft.com/office/drawing/2014/main" val="10007"/>
                  </a:ext>
                </a:extLst>
              </a:tr>
            </a:tbl>
          </a:graphicData>
        </a:graphic>
      </p:graphicFrame>
      <p:sp>
        <p:nvSpPr>
          <p:cNvPr id="154" name="Footnote citations"/>
          <p:cNvSpPr txBox="1"/>
          <p:nvPr/>
        </p:nvSpPr>
        <p:spPr>
          <a:xfrm>
            <a:off x="228600" y="5760720"/>
            <a:ext cx="5760720" cy="1005840"/>
          </a:xfrm>
          <a:prstGeom prst="rect">
            <a:avLst/>
          </a:prstGeom>
          <a:noFill/>
          <a:ln>
            <a:noFill/>
          </a:ln>
        </p:spPr>
        <p:txBody>
          <a:bodyPr wrap="square" lIns="45720" tIns="45720" rIns="45720" bIns="45720" anchor="b">
            <a:noAutofit/>
          </a:bodyPr>
          <a:lstStyle/>
          <a:p>
            <a:pPr>
              <a:buNone/>
            </a:pPr>
            <a:r>
              <a:rPr lang="en-US" sz="800" b="1" dirty="0">
                <a:solidFill>
                  <a:srgbClr val="595959"/>
                </a:solidFill>
                <a:latin typeface="FS PF BeauSans Pro"/>
                <a:ea typeface="FS PF BeauSans Pro"/>
                <a:cs typeface="FS PF BeauSans Pro"/>
              </a:rPr>
              <a:t>OmniVoice: </a:t>
            </a:r>
            <a:r>
              <a:rPr lang="en-US" sz="800" dirty="0">
                <a:solidFill>
                  <a:srgbClr val="595959"/>
                </a:solidFill>
                <a:latin typeface="FS PF BeauSans Pro"/>
                <a:ea typeface="FS PF BeauSans Pro"/>
                <a:cs typeface="FS PF BeauSans Pro"/>
              </a:rPr>
              <a:t>Zhu et al., arXiv:2604.00688, 2026</a:t>
            </a:r>
          </a:p>
          <a:p>
            <a:pPr>
              <a:buNone/>
            </a:pPr>
            <a:r>
              <a:rPr lang="en-US" sz="800" b="1" dirty="0">
                <a:solidFill>
                  <a:srgbClr val="595959"/>
                </a:solidFill>
                <a:latin typeface="FS PF BeauSans Pro"/>
                <a:ea typeface="FS PF BeauSans Pro"/>
                <a:cs typeface="FS PF BeauSans Pro"/>
              </a:rPr>
              <a:t>viXTTS: </a:t>
            </a:r>
            <a:r>
              <a:rPr lang="en-US" sz="800" dirty="0">
                <a:solidFill>
                  <a:srgbClr val="595959"/>
                </a:solidFill>
                <a:latin typeface="FS PF BeauSans Pro"/>
                <a:ea typeface="FS PF BeauSans Pro"/>
                <a:cs typeface="FS PF BeauSans Pro"/>
              </a:rPr>
              <a:t>capleaf, huggingface.co/capleaf/viXTTS, 2024 (fine-tuned XTTS: Casanova et al., Interspeech 2024)</a:t>
            </a:r>
          </a:p>
          <a:p>
            <a:pPr>
              <a:buNone/>
            </a:pPr>
            <a:r>
              <a:rPr lang="en-US" sz="800" b="1" dirty="0">
                <a:solidFill>
                  <a:srgbClr val="595959"/>
                </a:solidFill>
                <a:latin typeface="FS PF BeauSans Pro"/>
                <a:ea typeface="FS PF BeauSans Pro"/>
                <a:cs typeface="FS PF BeauSans Pro"/>
              </a:rPr>
              <a:t>F5-TTS: </a:t>
            </a:r>
            <a:r>
              <a:rPr lang="en-US" sz="800" dirty="0">
                <a:solidFill>
                  <a:srgbClr val="595959"/>
                </a:solidFill>
                <a:latin typeface="FS PF BeauSans Pro"/>
                <a:ea typeface="FS PF BeauSans Pro"/>
                <a:cs typeface="FS PF BeauSans Pro"/>
              </a:rPr>
              <a:t>Chen et al., arXiv:2410.06885, 2024</a:t>
            </a:r>
          </a:p>
          <a:p>
            <a:pPr>
              <a:buNone/>
            </a:pPr>
            <a:r>
              <a:rPr lang="en-US" sz="800" b="1" dirty="0">
                <a:solidFill>
                  <a:srgbClr val="595959"/>
                </a:solidFill>
                <a:latin typeface="FS PF BeauSans Pro"/>
                <a:ea typeface="FS PF BeauSans Pro"/>
                <a:cs typeface="FS PF BeauSans Pro"/>
              </a:rPr>
              <a:t>VietVoice-TTS: </a:t>
            </a:r>
            <a:r>
              <a:rPr lang="en-US" sz="800" dirty="0">
                <a:solidFill>
                  <a:srgbClr val="595959"/>
                </a:solidFill>
                <a:latin typeface="FS PF BeauSans Pro"/>
                <a:ea typeface="FS PF BeauSans Pro"/>
                <a:cs typeface="FS PF BeauSans Pro"/>
              </a:rPr>
              <a:t>[source to add]</a:t>
            </a:r>
          </a:p>
        </p:txBody>
      </p:sp>
      <p:sp>
        <p:nvSpPr>
          <p:cNvPr id="155" name="Footnote citations 2"/>
          <p:cNvSpPr txBox="1"/>
          <p:nvPr/>
        </p:nvSpPr>
        <p:spPr>
          <a:xfrm>
            <a:off x="5852160" y="5760720"/>
            <a:ext cx="3566160" cy="1005840"/>
          </a:xfrm>
          <a:prstGeom prst="rect">
            <a:avLst/>
          </a:prstGeom>
          <a:noFill/>
          <a:ln>
            <a:noFill/>
          </a:ln>
        </p:spPr>
        <p:txBody>
          <a:bodyPr wrap="square" lIns="45720" tIns="45720" rIns="45720" bIns="45720" anchor="b">
            <a:noAutofit/>
          </a:bodyPr>
          <a:lstStyle/>
          <a:p>
            <a:pPr>
              <a:buNone/>
            </a:pPr>
            <a:r>
              <a:rPr lang="en-US" sz="800" b="1" dirty="0">
                <a:solidFill>
                  <a:srgbClr val="595959"/>
                </a:solidFill>
                <a:latin typeface="FS PF BeauSans Pro"/>
                <a:ea typeface="FS PF BeauSans Pro"/>
                <a:cs typeface="FS PF BeauSans Pro"/>
              </a:rPr>
              <a:t>VieNeu-TTS: </a:t>
            </a:r>
            <a:r>
              <a:rPr lang="en-US" sz="800" dirty="0">
                <a:solidFill>
                  <a:srgbClr val="595959"/>
                </a:solidFill>
                <a:latin typeface="FS PF BeauSans Pro"/>
                <a:ea typeface="FS PF BeauSans Pro"/>
                <a:cs typeface="FS PF BeauSans Pro"/>
              </a:rPr>
              <a:t>Pham, github.com/pnnbao97/VieNeu-TTS</a:t>
            </a:r>
          </a:p>
          <a:p>
            <a:pPr>
              <a:buNone/>
            </a:pPr>
            <a:r>
              <a:rPr lang="en-US" sz="800" b="1" dirty="0">
                <a:solidFill>
                  <a:srgbClr val="595959"/>
                </a:solidFill>
                <a:latin typeface="FS PF BeauSans Pro"/>
                <a:ea typeface="FS PF BeauSans Pro"/>
                <a:cs typeface="FS PF BeauSans Pro"/>
              </a:rPr>
              <a:t>Fish Audio: </a:t>
            </a:r>
            <a:r>
              <a:rPr lang="en-US" sz="800" dirty="0">
                <a:solidFill>
                  <a:srgbClr val="595959"/>
                </a:solidFill>
                <a:latin typeface="FS PF BeauSans Pro"/>
                <a:ea typeface="FS PF BeauSans Pro"/>
                <a:cs typeface="FS PF BeauSans Pro"/>
              </a:rPr>
              <a:t>Fish Audio, OpenAudio S1, huggingface.co/fishaudio/openaudio-s1-mini, 2025</a:t>
            </a:r>
          </a:p>
          <a:p>
            <a:pPr>
              <a:buNone/>
            </a:pPr>
            <a:r>
              <a:rPr lang="en-US" sz="800" b="1" dirty="0">
                <a:solidFill>
                  <a:srgbClr val="595959"/>
                </a:solidFill>
                <a:latin typeface="FS PF BeauSans Pro"/>
                <a:ea typeface="FS PF BeauSans Pro"/>
                <a:cs typeface="FS PF BeauSans Pro"/>
              </a:rPr>
              <a:t>Zipformer: </a:t>
            </a:r>
            <a:r>
              <a:rPr lang="en-US" sz="800" dirty="0">
                <a:solidFill>
                  <a:srgbClr val="595959"/>
                </a:solidFill>
                <a:latin typeface="FS PF BeauSans Pro"/>
                <a:ea typeface="FS PF BeauSans Pro"/>
                <a:cs typeface="FS PF BeauSans Pro"/>
              </a:rPr>
              <a:t>Yao et al., ICLR 2024</a:t>
            </a:r>
          </a:p>
          <a:p>
            <a:pPr>
              <a:buNone/>
            </a:pPr>
            <a:r>
              <a:rPr lang="en-US" sz="800" b="1" dirty="0">
                <a:solidFill>
                  <a:srgbClr val="595959"/>
                </a:solidFill>
                <a:latin typeface="FS PF BeauSans Pro"/>
                <a:ea typeface="FS PF BeauSans Pro"/>
                <a:cs typeface="FS PF BeauSans Pro"/>
              </a:rPr>
              <a:t>ECAPA-TDNN: </a:t>
            </a:r>
            <a:r>
              <a:rPr lang="en-US" sz="800" dirty="0">
                <a:solidFill>
                  <a:srgbClr val="595959"/>
                </a:solidFill>
                <a:latin typeface="FS PF BeauSans Pro"/>
                <a:ea typeface="FS PF BeauSans Pro"/>
                <a:cs typeface="FS PF BeauSans Pro"/>
              </a:rPr>
              <a:t>Desplanques et al., Interspeech 2020</a:t>
            </a:r>
          </a:p>
        </p:txBody>
      </p:sp>
      <p:sp>
        <p:nvSpPr>
          <p:cNvPr id="156" name="Table note"/>
          <p:cNvSpPr txBox="1"/>
          <p:nvPr/>
        </p:nvSpPr>
        <p:spPr>
          <a:xfrm>
            <a:off x="2441448" y="5504688"/>
            <a:ext cx="7315200" cy="274320"/>
          </a:xfrm>
          <a:prstGeom prst="rect">
            <a:avLst/>
          </a:prstGeom>
          <a:noFill/>
          <a:ln>
            <a:noFill/>
          </a:ln>
        </p:spPr>
        <p:txBody>
          <a:bodyPr wrap="square" lIns="45720" tIns="45720" rIns="45720" bIns="45720" anchor="t">
            <a:noAutofit/>
          </a:bodyPr>
          <a:lstStyle/>
          <a:p>
            <a:pPr algn="ctr">
              <a:lnSpc>
                <a:spcPct val="100000"/>
              </a:lnSpc>
              <a:buNone/>
            </a:pPr>
            <a:r>
              <a:rPr lang="en-US" sz="1100" dirty="0">
                <a:solidFill>
                  <a:srgbClr val="595959"/>
                </a:solidFill>
                <a:latin typeface="FS PF BeauSans Pro"/>
                <a:ea typeface="FS PF BeauSans Pro"/>
                <a:cs typeface="FS PF BeauSans Pro"/>
              </a:rPr>
              <a:t>Fish Audio is only reachable through an API, so its RTF is not measured</a:t>
            </a:r>
          </a:p>
        </p:txBody>
      </p:sp>
    </p:spTree>
    <p:extLst>
      <p:ext uri="{BB962C8B-B14F-4D97-AF65-F5344CB8AC3E}">
        <p14:creationId xmlns:p14="http://schemas.microsoft.com/office/powerpoint/2010/main" val="6124117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45">
          <a:extLst>
            <a:ext uri="{FF2B5EF4-FFF2-40B4-BE49-F238E27FC236}">
              <a16:creationId xmlns:a16="http://schemas.microsoft.com/office/drawing/2014/main" id="{C51F5F76-588A-B9B3-C6DD-54B09A5772DC}"/>
            </a:ext>
          </a:extLst>
        </p:cNvPr>
        <p:cNvGrpSpPr/>
        <p:nvPr/>
      </p:nvGrpSpPr>
      <p:grpSpPr>
        <a:xfrm>
          <a:off x="0" y="0"/>
          <a:ext cx="0" cy="0"/>
          <a:chOff x="0" y="0"/>
          <a:chExt cx="0" cy="0"/>
        </a:xfrm>
      </p:grpSpPr>
      <p:sp>
        <p:nvSpPr>
          <p:cNvPr id="146" name="Google Shape;146;p10">
            <a:extLst>
              <a:ext uri="{FF2B5EF4-FFF2-40B4-BE49-F238E27FC236}">
                <a16:creationId xmlns:a16="http://schemas.microsoft.com/office/drawing/2014/main" id="{632D0268-15FB-556B-4631-CB6696ACE0B0}"/>
              </a:ext>
            </a:extLst>
          </p:cNvPr>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a:extLst>
              <a:ext uri="{FF2B5EF4-FFF2-40B4-BE49-F238E27FC236}">
                <a16:creationId xmlns:a16="http://schemas.microsoft.com/office/drawing/2014/main" id="{F7FE67D2-93AA-CCD4-6420-2E3033D02C11}"/>
              </a:ext>
            </a:extLst>
          </p:cNvPr>
          <p:cNvSpPr txBox="1">
            <a:spLocks noGrp="1"/>
          </p:cNvSpPr>
          <p:nvPr>
            <p:ph type="body" idx="1"/>
          </p:nvPr>
        </p:nvSpPr>
        <p:spPr>
          <a:xfrm>
            <a:off x="850392" y="1325880"/>
            <a:ext cx="10570464" cy="457200"/>
          </a:xfrm>
          <a:prstGeom prst="rect">
            <a:avLst/>
          </a:prstGeom>
          <a:noFill/>
          <a:ln>
            <a:noFill/>
          </a:ln>
        </p:spPr>
        <p:txBody>
          <a:bodyPr spcFirstLastPara="1" wrap="square" lIns="91425" tIns="91425" rIns="91425" bIns="91425" anchor="t" anchorCtr="0">
            <a:noAutofit/>
          </a:bodyPr>
          <a:lstStyle/>
          <a:p>
            <a:pPr marL="152400" indent="0" algn="l">
              <a:lnSpc>
                <a:spcPct val="110000"/>
              </a:lnSpc>
              <a:buNone/>
            </a:pPr>
            <a:r>
              <a:rPr lang="en-US" sz="1800" dirty="0">
                <a:latin typeface="FS PF BeauSans Pro"/>
                <a:ea typeface="FS PF BeauSans Pro"/>
                <a:cs typeface="FS PF BeauSans Pro"/>
              </a:rPr>
              <a:t>NVV synthesis: </a:t>
            </a:r>
            <a:r>
              <a:rPr lang="en-US" sz="1800" b="1" dirty="0">
                <a:latin typeface="FS PF BeauSans Pro"/>
                <a:ea typeface="FS PF BeauSans Pro"/>
                <a:cs typeface="FS PF BeauSans Pro"/>
              </a:rPr>
              <a:t>2,940 tagged items</a:t>
            </a:r>
            <a:r>
              <a:rPr lang="en-US" sz="1800" dirty="0">
                <a:latin typeface="FS PF BeauSans Pro"/>
                <a:ea typeface="FS PF BeauSans Pro"/>
                <a:cs typeface="FS PF BeauSans Pro"/>
              </a:rPr>
              <a:t> (420 sentences, 14 classes, 7 unseen voices)</a:t>
            </a:r>
          </a:p>
        </p:txBody>
      </p:sp>
      <p:sp>
        <p:nvSpPr>
          <p:cNvPr id="2" name="Slide Number Placeholder 1">
            <a:extLst>
              <a:ext uri="{FF2B5EF4-FFF2-40B4-BE49-F238E27FC236}">
                <a16:creationId xmlns:a16="http://schemas.microsoft.com/office/drawing/2014/main" id="{23C2AC4F-9CBA-47FA-32EC-B0C72302E3E0}"/>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22</a:t>
            </a:fld>
            <a:endParaRPr lang="en-US" dirty="0"/>
          </a:p>
        </p:txBody>
      </p:sp>
      <p:sp>
        <p:nvSpPr>
          <p:cNvPr id="3" name="TextBox 2">
            <a:extLst>
              <a:ext uri="{FF2B5EF4-FFF2-40B4-BE49-F238E27FC236}">
                <a16:creationId xmlns:a16="http://schemas.microsoft.com/office/drawing/2014/main" id="{E675FA8E-996E-DFC4-D9E4-11CE06492166}"/>
              </a:ext>
            </a:extLst>
          </p:cNvPr>
          <p:cNvSpPr txBox="1"/>
          <p:nvPr/>
        </p:nvSpPr>
        <p:spPr>
          <a:xfrm>
            <a:off x="2895447" y="4773168"/>
            <a:ext cx="6400800" cy="310896"/>
          </a:xfrm>
          <a:prstGeom prst="rect">
            <a:avLst/>
          </a:prstGeom>
          <a:noFill/>
        </p:spPr>
        <p:txBody>
          <a:bodyPr wrap="none" rtlCol="0">
            <a:spAutoFit/>
          </a:bodyPr>
          <a:lstStyle/>
          <a:p>
            <a:pPr algn="ctr"/>
            <a:r>
              <a:rPr lang="en-US" sz="1100" dirty="0">
                <a:solidFill>
                  <a:srgbClr val="262626"/>
                </a:solidFill>
                <a:latin typeface="FS PF BeauSans Pro"/>
                <a:ea typeface="FS PF BeauSans Pro"/>
                <a:cs typeface="FS PF BeauSans Pro"/>
              </a:rPr>
              <a:t>Table 4: Vietnamese NVV synthesis (WER in %)</a:t>
            </a:r>
          </a:p>
        </p:txBody>
      </p:sp>
      <p:graphicFrame>
        <p:nvGraphicFramePr>
          <p:cNvPr id="153" name="Table NVV synthesis"/>
          <p:cNvGraphicFramePr>
            <a:graphicFrameLocks noGrp="1"/>
          </p:cNvGraphicFramePr>
          <p:nvPr/>
        </p:nvGraphicFramePr>
        <p:xfrm>
          <a:off x="911199" y="2103120"/>
          <a:ext cx="10369296" cy="2560320"/>
        </p:xfrm>
        <a:graphic>
          <a:graphicData uri="http://schemas.openxmlformats.org/drawingml/2006/table">
            <a:tbl>
              <a:tblPr firstRow="1"/>
              <a:tblGrid>
                <a:gridCol w="3511296">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640080">
                <a:tc>
                  <a:txBody>
                    <a:bodyPr/>
                    <a:lstStyle/>
                    <a:p>
                      <a:pPr algn="l"/>
                      <a:r>
                        <a:rPr lang="en-US" sz="1500" b="1" dirty="0">
                          <a:solidFill>
                            <a:srgbClr val="262626"/>
                          </a:solidFill>
                          <a:latin typeface="FS PF BeauSans Pro"/>
                          <a:ea typeface="FS PF BeauSans Pro"/>
                          <a:cs typeface="FS PF BeauSans Pro"/>
                        </a:rPr>
                        <a:t>System</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NVMR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NVPA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WER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SIM-o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RTF ↓</a:t>
                      </a:r>
                    </a:p>
                  </a:txBody>
                  <a:tcPr marL="68580" marR="68580" marT="22860" marB="22860" anchor="ctr">
                    <a:lnL w="0">
                      <a:noFill/>
                    </a:lnL>
                    <a:lnR w="0">
                      <a:noFill/>
                    </a:lnR>
                    <a:lnT w="19050">
                      <a:solidFill>
                        <a:srgbClr val="262626"/>
                      </a:solidFill>
                    </a:lnT>
                    <a:lnB w="9525">
                      <a:solidFill>
                        <a:srgbClr val="262626"/>
                      </a:solidFill>
                    </a:lnB>
                    <a:noFill/>
                  </a:tcPr>
                </a:tc>
                <a:extLst>
                  <a:ext uri="{0D108BD9-81ED-4DB2-BD59-A6C34878D82A}">
                    <a16:rowId xmlns:a16="http://schemas.microsoft.com/office/drawing/2014/main" val="10000"/>
                  </a:ext>
                </a:extLst>
              </a:tr>
              <a:tr h="640080">
                <a:tc>
                  <a:txBody>
                    <a:bodyPr/>
                    <a:lstStyle/>
                    <a:p>
                      <a:pPr algn="l"/>
                      <a:r>
                        <a:rPr lang="en-US" sz="1500" dirty="0">
                          <a:solidFill>
                            <a:srgbClr val="262626"/>
                          </a:solidFill>
                          <a:latin typeface="FS PF BeauSans Pro"/>
                          <a:ea typeface="FS PF BeauSans Pro"/>
                          <a:cs typeface="FS PF BeauSans Pro"/>
                        </a:rPr>
                        <a:t>Fish Audio</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0.6543</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0.2280</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60.48</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0.32</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extLst>
                  <a:ext uri="{0D108BD9-81ED-4DB2-BD59-A6C34878D82A}">
                    <a16:rowId xmlns:a16="http://schemas.microsoft.com/office/drawing/2014/main" val="10001"/>
                  </a:ext>
                </a:extLst>
              </a:tr>
              <a:tr h="640080">
                <a:tc>
                  <a:txBody>
                    <a:bodyPr/>
                    <a:lstStyle/>
                    <a:p>
                      <a:pPr algn="l"/>
                      <a:r>
                        <a:rPr lang="en-US" sz="1500" dirty="0">
                          <a:solidFill>
                            <a:srgbClr val="262626"/>
                          </a:solidFill>
                          <a:latin typeface="FS PF BeauSans Pro"/>
                          <a:ea typeface="FS PF BeauSans Pro"/>
                          <a:cs typeface="FS PF BeauSans Pro"/>
                        </a:rPr>
                        <a:t>OmniVoice (base)</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0.6435</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0.1153</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8.11</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0.75</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0.06</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2"/>
                  </a:ext>
                </a:extLst>
              </a:tr>
              <a:tr h="640080">
                <a:tc>
                  <a:txBody>
                    <a:bodyPr/>
                    <a:lstStyle/>
                    <a:p>
                      <a:pPr algn="l"/>
                      <a:r>
                        <a:rPr lang="en-US" sz="1500" b="1" dirty="0">
                          <a:solidFill>
                            <a:srgbClr val="262626"/>
                          </a:solidFill>
                          <a:latin typeface="FS PF BeauSans Pro"/>
                          <a:ea typeface="FS PF BeauSans Pro"/>
                          <a:cs typeface="FS PF BeauSans Pro"/>
                        </a:rPr>
                        <a:t>OmniVoice fine-tuned (ours)</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0.3507</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0.5000</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6.73</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0.74</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0.06</a:t>
                      </a:r>
                    </a:p>
                  </a:txBody>
                  <a:tcPr marL="68580" marR="68580" marT="22860" marB="22860" anchor="ctr">
                    <a:lnL w="0">
                      <a:noFill/>
                    </a:lnL>
                    <a:lnR w="0">
                      <a:noFill/>
                    </a:lnR>
                    <a:lnT w="0">
                      <a:noFill/>
                    </a:lnT>
                    <a:lnB w="19050">
                      <a:solidFill>
                        <a:srgbClr val="262626"/>
                      </a:solidFill>
                    </a:lnB>
                    <a:solidFill>
                      <a:srgbClr val="FDECEC"/>
                    </a:solidFill>
                  </a:tcPr>
                </a:tc>
                <a:extLst>
                  <a:ext uri="{0D108BD9-81ED-4DB2-BD59-A6C34878D82A}">
                    <a16:rowId xmlns:a16="http://schemas.microsoft.com/office/drawing/2014/main" val="10003"/>
                  </a:ext>
                </a:extLst>
              </a:tr>
            </a:tbl>
          </a:graphicData>
        </a:graphic>
      </p:graphicFrame>
      <p:sp>
        <p:nvSpPr>
          <p:cNvPr id="154" name="Footnote citations"/>
          <p:cNvSpPr txBox="1"/>
          <p:nvPr/>
        </p:nvSpPr>
        <p:spPr>
          <a:xfrm>
            <a:off x="411480" y="5623560"/>
            <a:ext cx="8869680" cy="11430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a:p>
            <a:pPr>
              <a:buNone/>
            </a:pPr>
            <a:r>
              <a:rPr lang="en-US" sz="900" b="1" dirty="0">
                <a:solidFill>
                  <a:srgbClr val="595959"/>
                </a:solidFill>
                <a:latin typeface="FS PF BeauSans Pro"/>
                <a:ea typeface="FS PF BeauSans Pro"/>
                <a:cs typeface="FS PF BeauSans Pro"/>
              </a:rPr>
              <a:t>Fish Audio: </a:t>
            </a:r>
            <a:r>
              <a:rPr lang="en-US" sz="900" dirty="0">
                <a:solidFill>
                  <a:srgbClr val="595959"/>
                </a:solidFill>
                <a:latin typeface="FS PF BeauSans Pro"/>
                <a:ea typeface="FS PF BeauSans Pro"/>
                <a:cs typeface="FS PF BeauSans Pro"/>
              </a:rPr>
              <a:t>Fish Audio, OpenAudio S1, huggingface.co/fishaudio/openaudio-s1-mini, 2025</a:t>
            </a:r>
          </a:p>
          <a:p>
            <a:pPr>
              <a:buNone/>
            </a:pPr>
            <a:r>
              <a:rPr lang="en-US" sz="900" b="1" dirty="0">
                <a:solidFill>
                  <a:srgbClr val="595959"/>
                </a:solidFill>
                <a:latin typeface="FS PF BeauSans Pro"/>
                <a:ea typeface="FS PF BeauSans Pro"/>
                <a:cs typeface="FS PF BeauSans Pro"/>
              </a:rPr>
              <a:t>FlexSED: </a:t>
            </a:r>
            <a:r>
              <a:rPr lang="en-US" sz="900" dirty="0">
                <a:solidFill>
                  <a:srgbClr val="595959"/>
                </a:solidFill>
                <a:latin typeface="FS PF BeauSans Pro"/>
                <a:ea typeface="FS PF BeauSans Pro"/>
                <a:cs typeface="FS PF BeauSans Pro"/>
              </a:rPr>
              <a:t>Hai et al., arXiv:2509.18606, 2025</a:t>
            </a:r>
          </a:p>
          <a:p>
            <a:pPr>
              <a:buNone/>
            </a:pPr>
            <a:r>
              <a:rPr lang="en-US" sz="900" b="1" dirty="0">
                <a:solidFill>
                  <a:srgbClr val="595959"/>
                </a:solidFill>
                <a:latin typeface="FS PF BeauSans Pro"/>
                <a:ea typeface="FS PF BeauSans Pro"/>
                <a:cs typeface="FS PF BeauSans Pro"/>
              </a:rPr>
              <a:t>Zipformer: </a:t>
            </a:r>
            <a:r>
              <a:rPr lang="en-US" sz="900" dirty="0">
                <a:solidFill>
                  <a:srgbClr val="595959"/>
                </a:solidFill>
                <a:latin typeface="FS PF BeauSans Pro"/>
                <a:ea typeface="FS PF BeauSans Pro"/>
                <a:cs typeface="FS PF BeauSans Pro"/>
              </a:rPr>
              <a:t>Yao et al., ICLR 2024</a:t>
            </a:r>
          </a:p>
          <a:p>
            <a:pPr>
              <a:buNone/>
            </a:pPr>
            <a:r>
              <a:rPr lang="en-US" sz="900" b="1" dirty="0">
                <a:solidFill>
                  <a:srgbClr val="595959"/>
                </a:solidFill>
                <a:latin typeface="FS PF BeauSans Pro"/>
                <a:ea typeface="FS PF BeauSans Pro"/>
                <a:cs typeface="FS PF BeauSans Pro"/>
              </a:rPr>
              <a:t>ECAPA-TDNN: </a:t>
            </a:r>
            <a:r>
              <a:rPr lang="en-US" sz="900" dirty="0">
                <a:solidFill>
                  <a:srgbClr val="595959"/>
                </a:solidFill>
                <a:latin typeface="FS PF BeauSans Pro"/>
                <a:ea typeface="FS PF BeauSans Pro"/>
                <a:cs typeface="FS PF BeauSans Pro"/>
              </a:rPr>
              <a:t>Desplanques et al., Interspeech 2020</a:t>
            </a:r>
          </a:p>
        </p:txBody>
      </p:sp>
      <p:sp>
        <p:nvSpPr>
          <p:cNvPr id="155" name="Table note"/>
          <p:cNvSpPr txBox="1"/>
          <p:nvPr/>
        </p:nvSpPr>
        <p:spPr>
          <a:xfrm>
            <a:off x="2441448" y="5074920"/>
            <a:ext cx="7315200" cy="274320"/>
          </a:xfrm>
          <a:prstGeom prst="rect">
            <a:avLst/>
          </a:prstGeom>
          <a:noFill/>
          <a:ln>
            <a:noFill/>
          </a:ln>
        </p:spPr>
        <p:txBody>
          <a:bodyPr wrap="square" lIns="45720" tIns="45720" rIns="45720" bIns="45720" anchor="t">
            <a:noAutofit/>
          </a:bodyPr>
          <a:lstStyle/>
          <a:p>
            <a:pPr algn="ctr">
              <a:lnSpc>
                <a:spcPct val="100000"/>
              </a:lnSpc>
              <a:buNone/>
            </a:pPr>
            <a:r>
              <a:rPr lang="en-US" sz="1100" dirty="0">
                <a:solidFill>
                  <a:srgbClr val="595959"/>
                </a:solidFill>
                <a:latin typeface="FS PF BeauSans Pro"/>
                <a:ea typeface="FS PF BeauSans Pro"/>
                <a:cs typeface="FS PF BeauSans Pro"/>
              </a:rPr>
              <a:t>Fish Audio: API only, evaluated on a 280-item subset of the 2,940; RTF not measured</a:t>
            </a:r>
          </a:p>
        </p:txBody>
      </p:sp>
    </p:spTree>
    <p:extLst>
      <p:ext uri="{BB962C8B-B14F-4D97-AF65-F5344CB8AC3E}">
        <p14:creationId xmlns:p14="http://schemas.microsoft.com/office/powerpoint/2010/main" val="380234515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850392" y="1325880"/>
            <a:ext cx="10570464" cy="457200"/>
          </a:xfrm>
          <a:prstGeom prst="rect">
            <a:avLst/>
          </a:prstGeom>
          <a:noFill/>
          <a:ln>
            <a:noFill/>
          </a:ln>
        </p:spPr>
        <p:txBody>
          <a:bodyPr spcFirstLastPara="1" wrap="square" lIns="91425" tIns="91425" rIns="91425" bIns="91425" anchor="t" anchorCtr="0">
            <a:noAutofit/>
          </a:bodyPr>
          <a:lstStyle/>
          <a:p>
            <a:pPr marL="152400" indent="0" algn="l">
              <a:lnSpc>
                <a:spcPct val="110000"/>
              </a:lnSpc>
              <a:buNone/>
            </a:pPr>
            <a:r>
              <a:rPr lang="en-US" sz="1800" dirty="0">
                <a:latin typeface="FS PF BeauSans Pro"/>
                <a:ea typeface="FS PF BeauSans Pro"/>
                <a:cs typeface="FS PF BeauSans Pro"/>
              </a:rPr>
              <a:t>Listening test: </a:t>
            </a:r>
            <a:r>
              <a:rPr lang="en-US" sz="1800" b="1" dirty="0">
                <a:latin typeface="FS PF BeauSans Pro"/>
                <a:ea typeface="FS PF BeauSans Pro"/>
                <a:cs typeface="FS PF BeauSans Pro"/>
              </a:rPr>
              <a:t>10 native listeners</a:t>
            </a:r>
            <a:r>
              <a:rPr lang="en-US" sz="1800" dirty="0">
                <a:latin typeface="FS PF BeauSans Pro"/>
                <a:ea typeface="FS PF BeauSans Pro"/>
                <a:cs typeface="FS PF BeauSans Pro"/>
              </a:rPr>
              <a:t>, 40 NVV samples each, balanced across the three systems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23</a:t>
            </a:fld>
            <a:endParaRPr lang="en-US" dirty="0"/>
          </a:p>
        </p:txBody>
      </p:sp>
      <p:graphicFrame>
        <p:nvGraphicFramePr>
          <p:cNvPr id="153" name="Table listening test"/>
          <p:cNvGraphicFramePr>
            <a:graphicFrameLocks noGrp="1"/>
          </p:cNvGraphicFramePr>
          <p:nvPr/>
        </p:nvGraphicFramePr>
        <p:xfrm>
          <a:off x="1180947" y="2103120"/>
          <a:ext cx="9829800" cy="2560320"/>
        </p:xfrm>
        <a:graphic>
          <a:graphicData uri="http://schemas.openxmlformats.org/drawingml/2006/table">
            <a:tbl>
              <a:tblPr firstRow="1"/>
              <a:tblGrid>
                <a:gridCol w="3657600">
                  <a:extLst>
                    <a:ext uri="{9D8B030D-6E8A-4147-A177-3AD203B41FA5}">
                      <a16:colId xmlns:a16="http://schemas.microsoft.com/office/drawing/2014/main" val="20000"/>
                    </a:ext>
                  </a:extLst>
                </a:gridCol>
                <a:gridCol w="205740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2057400">
                  <a:extLst>
                    <a:ext uri="{9D8B030D-6E8A-4147-A177-3AD203B41FA5}">
                      <a16:colId xmlns:a16="http://schemas.microsoft.com/office/drawing/2014/main" val="20003"/>
                    </a:ext>
                  </a:extLst>
                </a:gridCol>
              </a:tblGrid>
              <a:tr h="640080">
                <a:tc>
                  <a:txBody>
                    <a:bodyPr/>
                    <a:lstStyle/>
                    <a:p>
                      <a:pPr algn="l"/>
                      <a:r>
                        <a:rPr lang="en-US" sz="1500" b="1" dirty="0">
                          <a:solidFill>
                            <a:srgbClr val="262626"/>
                          </a:solidFill>
                          <a:latin typeface="FS PF BeauSans Pro"/>
                          <a:ea typeface="FS PF BeauSans Pro"/>
                          <a:cs typeface="FS PF BeauSans Pro"/>
                        </a:rPr>
                        <a:t>System</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MOS-Q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MOS-N ↑</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500" b="1" dirty="0">
                          <a:solidFill>
                            <a:srgbClr val="262626"/>
                          </a:solidFill>
                          <a:latin typeface="FS PF BeauSans Pro"/>
                          <a:ea typeface="FS PF BeauSans Pro"/>
                          <a:cs typeface="FS PF BeauSans Pro"/>
                        </a:rPr>
                        <a:t>MOS-E ↑</a:t>
                      </a:r>
                    </a:p>
                  </a:txBody>
                  <a:tcPr marL="68580" marR="68580" marT="22860" marB="22860" anchor="ctr">
                    <a:lnL w="0">
                      <a:noFill/>
                    </a:lnL>
                    <a:lnR w="0">
                      <a:noFill/>
                    </a:lnR>
                    <a:lnT w="19050">
                      <a:solidFill>
                        <a:srgbClr val="262626"/>
                      </a:solidFill>
                    </a:lnT>
                    <a:lnB w="9525">
                      <a:solidFill>
                        <a:srgbClr val="262626"/>
                      </a:solidFill>
                    </a:lnB>
                    <a:noFill/>
                  </a:tcPr>
                </a:tc>
                <a:extLst>
                  <a:ext uri="{0D108BD9-81ED-4DB2-BD59-A6C34878D82A}">
                    <a16:rowId xmlns:a16="http://schemas.microsoft.com/office/drawing/2014/main" val="10000"/>
                  </a:ext>
                </a:extLst>
              </a:tr>
              <a:tr h="640080">
                <a:tc>
                  <a:txBody>
                    <a:bodyPr/>
                    <a:lstStyle/>
                    <a:p>
                      <a:pPr algn="l"/>
                      <a:r>
                        <a:rPr lang="en-US" sz="1500" dirty="0">
                          <a:solidFill>
                            <a:srgbClr val="262626"/>
                          </a:solidFill>
                          <a:latin typeface="FS PF BeauSans Pro"/>
                          <a:ea typeface="FS PF BeauSans Pro"/>
                          <a:cs typeface="FS PF BeauSans Pro"/>
                        </a:rPr>
                        <a:t>Fish Audio</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3.38 ± 0.04</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2.12 ± 0.05</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500" dirty="0">
                          <a:solidFill>
                            <a:srgbClr val="262626"/>
                          </a:solidFill>
                          <a:latin typeface="FS PF BeauSans Pro"/>
                          <a:ea typeface="FS PF BeauSans Pro"/>
                          <a:cs typeface="FS PF BeauSans Pro"/>
                        </a:rPr>
                        <a:t>1.96 ± 0.04</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extLst>
                  <a:ext uri="{0D108BD9-81ED-4DB2-BD59-A6C34878D82A}">
                    <a16:rowId xmlns:a16="http://schemas.microsoft.com/office/drawing/2014/main" val="10001"/>
                  </a:ext>
                </a:extLst>
              </a:tr>
              <a:tr h="640080">
                <a:tc>
                  <a:txBody>
                    <a:bodyPr/>
                    <a:lstStyle/>
                    <a:p>
                      <a:pPr algn="l"/>
                      <a:r>
                        <a:rPr lang="en-US" sz="1500" dirty="0">
                          <a:solidFill>
                            <a:srgbClr val="262626"/>
                          </a:solidFill>
                          <a:latin typeface="FS PF BeauSans Pro"/>
                          <a:ea typeface="FS PF BeauSans Pro"/>
                          <a:cs typeface="FS PF BeauSans Pro"/>
                        </a:rPr>
                        <a:t>OmniVoice (base)</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3.63 ± 0.03</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2.19 ± 0.04</a:t>
                      </a:r>
                    </a:p>
                  </a:txBody>
                  <a:tcPr marL="68580" marR="68580" marT="22860" marB="22860" anchor="ctr">
                    <a:lnL w="0">
                      <a:noFill/>
                    </a:lnL>
                    <a:lnR w="0">
                      <a:noFill/>
                    </a:lnR>
                    <a:lnT w="0">
                      <a:noFill/>
                    </a:lnT>
                    <a:lnB w="0">
                      <a:noFill/>
                    </a:lnB>
                    <a:noFill/>
                  </a:tcPr>
                </a:tc>
                <a:tc>
                  <a:txBody>
                    <a:bodyPr/>
                    <a:lstStyle/>
                    <a:p>
                      <a:pPr algn="ctr"/>
                      <a:r>
                        <a:rPr lang="en-US" sz="1500" dirty="0">
                          <a:solidFill>
                            <a:srgbClr val="262626"/>
                          </a:solidFill>
                          <a:latin typeface="FS PF BeauSans Pro"/>
                          <a:ea typeface="FS PF BeauSans Pro"/>
                          <a:cs typeface="FS PF BeauSans Pro"/>
                        </a:rPr>
                        <a:t>1.56 ± 0.03</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2"/>
                  </a:ext>
                </a:extLst>
              </a:tr>
              <a:tr h="640080">
                <a:tc>
                  <a:txBody>
                    <a:bodyPr/>
                    <a:lstStyle/>
                    <a:p>
                      <a:pPr algn="l"/>
                      <a:r>
                        <a:rPr lang="en-US" sz="1500" b="1" dirty="0">
                          <a:solidFill>
                            <a:srgbClr val="262626"/>
                          </a:solidFill>
                          <a:latin typeface="FS PF BeauSans Pro"/>
                          <a:ea typeface="FS PF BeauSans Pro"/>
                          <a:cs typeface="FS PF BeauSans Pro"/>
                        </a:rPr>
                        <a:t>OmniVoice fine-tuned (ours)</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3.89 ± 0.01</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3.15 ± 0.04</a:t>
                      </a:r>
                    </a:p>
                  </a:txBody>
                  <a:tcPr marL="68580" marR="68580" marT="22860" marB="22860" anchor="ctr">
                    <a:lnL w="0">
                      <a:noFill/>
                    </a:lnL>
                    <a:lnR w="0">
                      <a:noFill/>
                    </a:lnR>
                    <a:lnT w="0">
                      <a:noFill/>
                    </a:lnT>
                    <a:lnB w="19050">
                      <a:solidFill>
                        <a:srgbClr val="262626"/>
                      </a:solidFill>
                    </a:lnB>
                    <a:solidFill>
                      <a:srgbClr val="FDECEC"/>
                    </a:solidFill>
                  </a:tcPr>
                </a:tc>
                <a:tc>
                  <a:txBody>
                    <a:bodyPr/>
                    <a:lstStyle/>
                    <a:p>
                      <a:pPr algn="ctr"/>
                      <a:r>
                        <a:rPr lang="en-US" sz="1500" b="1" dirty="0">
                          <a:solidFill>
                            <a:srgbClr val="262626"/>
                          </a:solidFill>
                          <a:latin typeface="FS PF BeauSans Pro"/>
                          <a:ea typeface="FS PF BeauSans Pro"/>
                          <a:cs typeface="FS PF BeauSans Pro"/>
                        </a:rPr>
                        <a:t>2.96 ± 0.05</a:t>
                      </a:r>
                    </a:p>
                  </a:txBody>
                  <a:tcPr marL="68580" marR="68580" marT="22860" marB="22860" anchor="ctr">
                    <a:lnL w="0">
                      <a:noFill/>
                    </a:lnL>
                    <a:lnR w="0">
                      <a:noFill/>
                    </a:lnR>
                    <a:lnT w="0">
                      <a:noFill/>
                    </a:lnT>
                    <a:lnB w="19050">
                      <a:solidFill>
                        <a:srgbClr val="262626"/>
                      </a:solidFill>
                    </a:lnB>
                    <a:solidFill>
                      <a:srgbClr val="FDECEC"/>
                    </a:solidFill>
                  </a:tcPr>
                </a:tc>
                <a:extLst>
                  <a:ext uri="{0D108BD9-81ED-4DB2-BD59-A6C34878D82A}">
                    <a16:rowId xmlns:a16="http://schemas.microsoft.com/office/drawing/2014/main" val="10003"/>
                  </a:ext>
                </a:extLst>
              </a:tr>
            </a:tbl>
          </a:graphicData>
        </a:graphic>
      </p:graphicFrame>
      <p:sp>
        <p:nvSpPr>
          <p:cNvPr id="154" name="Table caption"/>
          <p:cNvSpPr txBox="1"/>
          <p:nvPr/>
        </p:nvSpPr>
        <p:spPr>
          <a:xfrm>
            <a:off x="2895447" y="4773168"/>
            <a:ext cx="6400800" cy="310896"/>
          </a:xfrm>
          <a:prstGeom prst="rect">
            <a:avLst/>
          </a:prstGeom>
          <a:noFill/>
          <a:ln>
            <a:noFill/>
          </a:ln>
        </p:spPr>
        <p:txBody>
          <a:bodyPr wrap="square" lIns="45720" tIns="45720" rIns="45720" bIns="45720" anchor="t">
            <a:noAutofit/>
          </a:bodyPr>
          <a:lstStyle/>
          <a:p>
            <a:pPr algn="ctr"/>
            <a:r>
              <a:rPr lang="en-US" sz="1100" dirty="0">
                <a:solidFill>
                  <a:srgbClr val="262626"/>
                </a:solidFill>
                <a:latin typeface="FS PF BeauSans Pro"/>
                <a:ea typeface="FS PF BeauSans Pro"/>
                <a:cs typeface="FS PF BeauSans Pro"/>
              </a:rPr>
              <a:t>Table 5: Listening test on NVV synthesis (1–5, 95% CI)</a:t>
            </a:r>
          </a:p>
        </p:txBody>
      </p:sp>
      <p:sp>
        <p:nvSpPr>
          <p:cNvPr id="155"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OmniVoice: </a:t>
            </a:r>
            <a:r>
              <a:rPr lang="en-US" sz="900" dirty="0">
                <a:solidFill>
                  <a:srgbClr val="595959"/>
                </a:solidFill>
                <a:latin typeface="FS PF BeauSans Pro"/>
                <a:ea typeface="FS PF BeauSans Pro"/>
                <a:cs typeface="FS PF BeauSans Pro"/>
              </a:rPr>
              <a:t>Zhu et al., arXiv:2604.00688, 2026</a:t>
            </a:r>
          </a:p>
          <a:p>
            <a:pPr>
              <a:buNone/>
            </a:pPr>
            <a:r>
              <a:rPr lang="en-US" sz="900" b="1" dirty="0">
                <a:solidFill>
                  <a:srgbClr val="595959"/>
                </a:solidFill>
                <a:latin typeface="FS PF BeauSans Pro"/>
                <a:ea typeface="FS PF BeauSans Pro"/>
                <a:cs typeface="FS PF BeauSans Pro"/>
              </a:rPr>
              <a:t>Fish Audio: </a:t>
            </a:r>
            <a:r>
              <a:rPr lang="en-US" sz="900" dirty="0">
                <a:solidFill>
                  <a:srgbClr val="595959"/>
                </a:solidFill>
                <a:latin typeface="FS PF BeauSans Pro"/>
                <a:ea typeface="FS PF BeauSans Pro"/>
                <a:cs typeface="FS PF BeauSans Pro"/>
              </a:rPr>
              <a:t>Fish Audio, OpenAudio S1, huggingface.co/fishaudio/openaudio-s1-mini, 2025</a:t>
            </a:r>
          </a:p>
        </p:txBody>
      </p:sp>
    </p:spTree>
    <p:extLst>
      <p:ext uri="{BB962C8B-B14F-4D97-AF65-F5344CB8AC3E}">
        <p14:creationId xmlns:p14="http://schemas.microsoft.com/office/powerpoint/2010/main" val="5847235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Result</a:t>
            </a:r>
          </a:p>
        </p:txBody>
      </p:sp>
      <p:sp>
        <p:nvSpPr>
          <p:cNvPr id="148" name="Google Shape;148;p10"/>
          <p:cNvSpPr txBox="1">
            <a:spLocks noGrp="1"/>
          </p:cNvSpPr>
          <p:nvPr>
            <p:ph type="body" idx="1"/>
          </p:nvPr>
        </p:nvSpPr>
        <p:spPr>
          <a:xfrm>
            <a:off x="850392" y="1371600"/>
            <a:ext cx="10570464" cy="457200"/>
          </a:xfrm>
          <a:prstGeom prst="rect">
            <a:avLst/>
          </a:prstGeom>
          <a:noFill/>
          <a:ln>
            <a:noFill/>
          </a:ln>
        </p:spPr>
        <p:txBody>
          <a:bodyPr spcFirstLastPara="1" wrap="square" lIns="91425" tIns="91425" rIns="91425" bIns="91425" anchor="t" anchorCtr="0">
            <a:noAutofit/>
          </a:bodyPr>
          <a:lstStyle/>
          <a:p>
            <a:pPr marL="152400" lvl="0" indent="0" algn="l" rtl="0">
              <a:lnSpc>
                <a:spcPct val="115000"/>
              </a:lnSpc>
              <a:spcBef>
                <a:spcPts val="0"/>
              </a:spcBef>
              <a:spcAft>
                <a:spcPts val="0"/>
              </a:spcAft>
              <a:buNone/>
            </a:pPr>
            <a:r>
              <a:rPr lang="en-US" sz="2000" dirty="0">
                <a:latin typeface="FS PF BeauSans Pro"/>
                <a:ea typeface="FS PF BeauSans Pro"/>
                <a:cs typeface="FS PF BeauSans Pro"/>
              </a:rPr>
              <a:t>The first synthesize TTS system to speak with nonverbal cue effectively</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24</a:t>
            </a:fld>
            <a:endParaRPr lang="en-US" dirty="0"/>
          </a:p>
        </p:txBody>
      </p:sp>
      <p:graphicFrame>
        <p:nvGraphicFramePr>
          <p:cNvPr id="149" name="Demo table"/>
          <p:cNvGraphicFramePr>
            <a:graphicFrameLocks noGrp="1"/>
          </p:cNvGraphicFramePr>
          <p:nvPr/>
        </p:nvGraphicFramePr>
        <p:xfrm>
          <a:off x="822960" y="1965960"/>
          <a:ext cx="10607040" cy="3767328"/>
        </p:xfrm>
        <a:graphic>
          <a:graphicData uri="http://schemas.openxmlformats.org/drawingml/2006/table">
            <a:tbl>
              <a:tblPr firstRow="1"/>
              <a:tblGrid>
                <a:gridCol w="4343400">
                  <a:extLst>
                    <a:ext uri="{9D8B030D-6E8A-4147-A177-3AD203B41FA5}">
                      <a16:colId xmlns:a16="http://schemas.microsoft.com/office/drawing/2014/main" val="20000"/>
                    </a:ext>
                  </a:extLst>
                </a:gridCol>
                <a:gridCol w="132588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tblGrid>
              <a:tr h="548640">
                <a:tc>
                  <a:txBody>
                    <a:bodyPr/>
                    <a:lstStyle/>
                    <a:p>
                      <a:pPr algn="l">
                        <a:lnSpc>
                          <a:spcPct val="105000"/>
                        </a:lnSpc>
                      </a:pPr>
                      <a:r>
                        <a:rPr lang="en-US" sz="1300" b="1" dirty="0">
                          <a:solidFill>
                            <a:srgbClr val="262626"/>
                          </a:solidFill>
                          <a:latin typeface="FS PF BeauSans Pro"/>
                          <a:ea typeface="FS PF BeauSans Pro"/>
                          <a:cs typeface="FS PF BeauSans Pro"/>
                        </a:rPr>
                        <a:t>Utterance (input text)</a:t>
                      </a:r>
                    </a:p>
                  </a:txBody>
                  <a:tcPr anchor="ctr">
                    <a:lnL w="0">
                      <a:noFill/>
                    </a:lnL>
                    <a:lnR w="0">
                      <a:noFill/>
                    </a:lnR>
                    <a:lnT w="19050">
                      <a:solidFill>
                        <a:srgbClr val="262626"/>
                      </a:solidFill>
                    </a:lnT>
                    <a:lnB w="9525">
                      <a:solidFill>
                        <a:srgbClr val="262626"/>
                      </a:solidFill>
                    </a:lnB>
                    <a:noFill/>
                  </a:tcPr>
                </a:tc>
                <a:tc>
                  <a:txBody>
                    <a:bodyPr/>
                    <a:lstStyle/>
                    <a:p>
                      <a:pPr algn="ctr">
                        <a:lnSpc>
                          <a:spcPct val="105000"/>
                        </a:lnSpc>
                      </a:pPr>
                      <a:r>
                        <a:rPr lang="en-US" sz="1200" b="1" dirty="0">
                          <a:solidFill>
                            <a:srgbClr val="262626"/>
                          </a:solidFill>
                          <a:latin typeface="FS PF BeauSans Pro"/>
                          <a:ea typeface="FS PF BeauSans Pro"/>
                          <a:cs typeface="FS PF BeauSans Pro"/>
                        </a:rPr>
                        <a:t>Reference voice</a:t>
                      </a:r>
                    </a:p>
                  </a:txBody>
                  <a:tcPr anchor="ctr">
                    <a:lnL w="0">
                      <a:noFill/>
                    </a:lnL>
                    <a:lnR w="0">
                      <a:noFill/>
                    </a:lnR>
                    <a:lnT w="19050">
                      <a:solidFill>
                        <a:srgbClr val="262626"/>
                      </a:solidFill>
                    </a:lnT>
                    <a:lnB w="9525">
                      <a:solidFill>
                        <a:srgbClr val="262626"/>
                      </a:solidFill>
                    </a:lnB>
                    <a:noFill/>
                  </a:tcPr>
                </a:tc>
                <a:tc>
                  <a:txBody>
                    <a:bodyPr/>
                    <a:lstStyle/>
                    <a:p>
                      <a:pPr algn="ctr">
                        <a:lnSpc>
                          <a:spcPct val="105000"/>
                        </a:lnSpc>
                      </a:pPr>
                      <a:r>
                        <a:rPr lang="en-US" sz="1200" b="1" dirty="0">
                          <a:solidFill>
                            <a:srgbClr val="262626"/>
                          </a:solidFill>
                          <a:latin typeface="FS PF BeauSans Pro"/>
                          <a:ea typeface="FS PF BeauSans Pro"/>
                          <a:cs typeface="FS PF BeauSans Pro"/>
                        </a:rPr>
                        <a:t>Fish Audio</a:t>
                      </a:r>
                    </a:p>
                  </a:txBody>
                  <a:tcPr anchor="ctr">
                    <a:lnL w="0">
                      <a:noFill/>
                    </a:lnL>
                    <a:lnR w="0">
                      <a:noFill/>
                    </a:lnR>
                    <a:lnT w="19050">
                      <a:solidFill>
                        <a:srgbClr val="262626"/>
                      </a:solidFill>
                    </a:lnT>
                    <a:lnB w="9525">
                      <a:solidFill>
                        <a:srgbClr val="262626"/>
                      </a:solidFill>
                    </a:lnB>
                    <a:noFill/>
                  </a:tcPr>
                </a:tc>
                <a:tc>
                  <a:txBody>
                    <a:bodyPr/>
                    <a:lstStyle/>
                    <a:p>
                      <a:pPr algn="ctr">
                        <a:lnSpc>
                          <a:spcPct val="105000"/>
                        </a:lnSpc>
                      </a:pPr>
                      <a:r>
                        <a:rPr lang="en-US" sz="1200" b="1" dirty="0">
                          <a:solidFill>
                            <a:srgbClr val="262626"/>
                          </a:solidFill>
                          <a:latin typeface="FS PF BeauSans Pro"/>
                          <a:ea typeface="FS PF BeauSans Pro"/>
                          <a:cs typeface="FS PF BeauSans Pro"/>
                        </a:rPr>
                        <a:t>OmniVoice (base)</a:t>
                      </a:r>
                    </a:p>
                  </a:txBody>
                  <a:tcPr anchor="ctr">
                    <a:lnL w="0">
                      <a:noFill/>
                    </a:lnL>
                    <a:lnR w="0">
                      <a:noFill/>
                    </a:lnR>
                    <a:lnT w="19050">
                      <a:solidFill>
                        <a:srgbClr val="262626"/>
                      </a:solidFill>
                    </a:lnT>
                    <a:lnB w="9525">
                      <a:solidFill>
                        <a:srgbClr val="262626"/>
                      </a:solidFill>
                    </a:lnB>
                    <a:noFill/>
                  </a:tcPr>
                </a:tc>
                <a:tc>
                  <a:txBody>
                    <a:bodyPr/>
                    <a:lstStyle/>
                    <a:p>
                      <a:pPr algn="ctr">
                        <a:lnSpc>
                          <a:spcPct val="105000"/>
                        </a:lnSpc>
                      </a:pPr>
                      <a:r>
                        <a:rPr lang="en-US" sz="1200" b="1" dirty="0">
                          <a:solidFill>
                            <a:srgbClr val="EE0033"/>
                          </a:solidFill>
                          <a:latin typeface="FS PF BeauSans Pro"/>
                          <a:ea typeface="FS PF BeauSans Pro"/>
                          <a:cs typeface="FS PF BeauSans Pro"/>
                        </a:rPr>
                        <a:t>OmniVoice fine-tuned (ours)</a:t>
                      </a:r>
                    </a:p>
                  </a:txBody>
                  <a:tcPr anchor="ctr">
                    <a:lnL w="0">
                      <a:noFill/>
                    </a:lnL>
                    <a:lnR w="0">
                      <a:noFill/>
                    </a:lnR>
                    <a:lnT w="19050">
                      <a:solidFill>
                        <a:srgbClr val="262626"/>
                      </a:solidFill>
                    </a:lnT>
                    <a:lnB w="9525">
                      <a:solidFill>
                        <a:srgbClr val="262626"/>
                      </a:solidFill>
                    </a:lnB>
                    <a:solidFill>
                      <a:srgbClr val="FDECEC"/>
                    </a:solidFill>
                  </a:tcPr>
                </a:tc>
                <a:extLst>
                  <a:ext uri="{0D108BD9-81ED-4DB2-BD59-A6C34878D82A}">
                    <a16:rowId xmlns:a16="http://schemas.microsoft.com/office/drawing/2014/main" val="10000"/>
                  </a:ext>
                </a:extLst>
              </a:tr>
              <a:tr h="804672">
                <a:tc>
                  <a:txBody>
                    <a:bodyPr/>
                    <a:lstStyle/>
                    <a:p>
                      <a:pPr algn="l">
                        <a:lnSpc>
                          <a:spcPct val="105000"/>
                        </a:lnSpc>
                      </a:pPr>
                      <a:r>
                        <a:rPr lang="en-US" sz="1300" b="1" dirty="0">
                          <a:solidFill>
                            <a:srgbClr val="EE0033"/>
                          </a:solidFill>
                          <a:latin typeface="FS PF BeauSans Pro"/>
                          <a:ea typeface="FS PF BeauSans Pro"/>
                          <a:cs typeface="FS PF BeauSans Pro"/>
                        </a:rPr>
                        <a:t>[laughter]</a:t>
                      </a:r>
                      <a:r>
                        <a:rPr lang="en-US" sz="1300" dirty="0">
                          <a:solidFill>
                            <a:srgbClr val="262626"/>
                          </a:solidFill>
                          <a:latin typeface="FS PF BeauSans Pro"/>
                          <a:ea typeface="FS PF BeauSans Pro"/>
                          <a:cs typeface="FS PF BeauSans Pro"/>
                        </a:rPr>
                        <a:t> cậu kể chuyện gì mà buồn cười thế làm tôi cười đau cả bụng</a:t>
                      </a:r>
                    </a:p>
                  </a:txBody>
                  <a:tcPr anchor="ctr">
                    <a:lnL w="0">
                      <a:noFill/>
                    </a:lnL>
                    <a:lnR w="0">
                      <a:noFill/>
                    </a:lnR>
                    <a:lnT w="9525" cap="flat" cmpd="sng" algn="ctr">
                      <a:solidFill>
                        <a:srgbClr val="262626"/>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9525" cap="flat" cmpd="sng" algn="ctr">
                      <a:solidFill>
                        <a:srgbClr val="262626"/>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9525" cap="flat" cmpd="sng" algn="ctr">
                      <a:solidFill>
                        <a:srgbClr val="262626"/>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9525" cap="flat" cmpd="sng" algn="ctr">
                      <a:solidFill>
                        <a:srgbClr val="262626"/>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9525" cap="flat" cmpd="sng" algn="ctr">
                      <a:solidFill>
                        <a:srgbClr val="262626"/>
                      </a:solidFill>
                      <a:prstDash val="solid"/>
                      <a:round/>
                      <a:headEnd type="none" w="med" len="med"/>
                      <a:tailEnd type="none" w="med" len="med"/>
                    </a:lnT>
                    <a:lnB w="6350">
                      <a:solidFill>
                        <a:srgbClr val="BFBFBF"/>
                      </a:solidFill>
                    </a:lnB>
                    <a:solidFill>
                      <a:srgbClr val="FDECEC"/>
                    </a:solidFill>
                  </a:tcPr>
                </a:tc>
                <a:extLst>
                  <a:ext uri="{0D108BD9-81ED-4DB2-BD59-A6C34878D82A}">
                    <a16:rowId xmlns:a16="http://schemas.microsoft.com/office/drawing/2014/main" val="10001"/>
                  </a:ext>
                </a:extLst>
              </a:tr>
              <a:tr h="804672">
                <a:tc>
                  <a:txBody>
                    <a:bodyPr/>
                    <a:lstStyle/>
                    <a:p>
                      <a:pPr algn="l">
                        <a:lnSpc>
                          <a:spcPct val="105000"/>
                        </a:lnSpc>
                      </a:pPr>
                      <a:r>
                        <a:rPr lang="en-US" sz="1300" b="1" dirty="0">
                          <a:solidFill>
                            <a:srgbClr val="EE0033"/>
                          </a:solidFill>
                          <a:latin typeface="FS PF BeauSans Pro"/>
                          <a:ea typeface="FS PF BeauSans Pro"/>
                          <a:cs typeface="FS PF BeauSans Pro"/>
                        </a:rPr>
                        <a:t>[throatclearing]</a:t>
                      </a:r>
                      <a:r>
                        <a:rPr lang="en-US" sz="1300" dirty="0">
                          <a:solidFill>
                            <a:srgbClr val="262626"/>
                          </a:solidFill>
                          <a:latin typeface="FS PF BeauSans Pro"/>
                          <a:ea typeface="FS PF BeauSans Pro"/>
                          <a:cs typeface="FS PF BeauSans Pro"/>
                        </a:rPr>
                        <a:t> Xin chào mọi người, chúng ta bắt đầu cuộc họp hôm nay nhé.</a:t>
                      </a:r>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solidFill>
                      <a:srgbClr val="FDECEC"/>
                    </a:solidFill>
                  </a:tcPr>
                </a:tc>
                <a:extLst>
                  <a:ext uri="{0D108BD9-81ED-4DB2-BD59-A6C34878D82A}">
                    <a16:rowId xmlns:a16="http://schemas.microsoft.com/office/drawing/2014/main" val="10002"/>
                  </a:ext>
                </a:extLst>
              </a:tr>
              <a:tr h="804672">
                <a:tc>
                  <a:txBody>
                    <a:bodyPr/>
                    <a:lstStyle/>
                    <a:p>
                      <a:pPr algn="l">
                        <a:lnSpc>
                          <a:spcPct val="105000"/>
                        </a:lnSpc>
                      </a:pPr>
                      <a:r>
                        <a:rPr lang="en-US" sz="1300" dirty="0">
                          <a:solidFill>
                            <a:srgbClr val="262626"/>
                          </a:solidFill>
                          <a:latin typeface="FS PF BeauSans Pro"/>
                          <a:ea typeface="FS PF BeauSans Pro"/>
                          <a:cs typeface="FS PF BeauSans Pro"/>
                        </a:rPr>
                        <a:t>Cảm ơn ông trời </a:t>
                      </a:r>
                      <a:r>
                        <a:rPr lang="en-US" sz="1300" b="1" dirty="0">
                          <a:solidFill>
                            <a:srgbClr val="EE0033"/>
                          </a:solidFill>
                          <a:latin typeface="FS PF BeauSans Pro"/>
                          <a:ea typeface="FS PF BeauSans Pro"/>
                          <a:cs typeface="FS PF BeauSans Pro"/>
                        </a:rPr>
                        <a:t>[sniff]</a:t>
                      </a:r>
                      <a:r>
                        <a:rPr lang="en-US" sz="1300" dirty="0">
                          <a:solidFill>
                            <a:srgbClr val="262626"/>
                          </a:solidFill>
                          <a:latin typeface="FS PF BeauSans Pro"/>
                          <a:ea typeface="FS PF BeauSans Pro"/>
                          <a:cs typeface="FS PF BeauSans Pro"/>
                        </a:rPr>
                        <a:t> cuối cùng tôi cũng tìm được chìa khóa nhà</a:t>
                      </a:r>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6350">
                      <a:solidFill>
                        <a:srgbClr val="BFBFBF"/>
                      </a:solidFill>
                    </a:lnB>
                    <a:solidFill>
                      <a:srgbClr val="FDECEC"/>
                    </a:solidFill>
                  </a:tcPr>
                </a:tc>
                <a:extLst>
                  <a:ext uri="{0D108BD9-81ED-4DB2-BD59-A6C34878D82A}">
                    <a16:rowId xmlns:a16="http://schemas.microsoft.com/office/drawing/2014/main" val="10003"/>
                  </a:ext>
                </a:extLst>
              </a:tr>
              <a:tr h="804672">
                <a:tc>
                  <a:txBody>
                    <a:bodyPr/>
                    <a:lstStyle/>
                    <a:p>
                      <a:pPr algn="l">
                        <a:lnSpc>
                          <a:spcPct val="105000"/>
                        </a:lnSpc>
                      </a:pPr>
                      <a:r>
                        <a:rPr lang="en-US" sz="1300" b="1" dirty="0">
                          <a:solidFill>
                            <a:srgbClr val="EE0033"/>
                          </a:solidFill>
                          <a:latin typeface="FS PF BeauSans Pro"/>
                          <a:ea typeface="FS PF BeauSans Pro"/>
                          <a:cs typeface="FS PF BeauSans Pro"/>
                        </a:rPr>
                        <a:t>[throatclearing]</a:t>
                      </a:r>
                      <a:r>
                        <a:rPr lang="en-US" sz="1300" dirty="0">
                          <a:solidFill>
                            <a:srgbClr val="262626"/>
                          </a:solidFill>
                          <a:latin typeface="FS PF BeauSans Pro"/>
                          <a:ea typeface="FS PF BeauSans Pro"/>
                          <a:cs typeface="FS PF BeauSans Pro"/>
                        </a:rPr>
                        <a:t> Xin lỗi, cho tôi hỏi ga Hà Nội đi lối nào ạ </a:t>
                      </a:r>
                      <a:r>
                        <a:rPr lang="en-US" sz="1300" b="1" dirty="0">
                          <a:solidFill>
                            <a:srgbClr val="EE0033"/>
                          </a:solidFill>
                          <a:latin typeface="FS PF BeauSans Pro"/>
                          <a:ea typeface="FS PF BeauSans Pro"/>
                          <a:cs typeface="FS PF BeauSans Pro"/>
                        </a:rPr>
                        <a:t>[breathing]</a:t>
                      </a:r>
                      <a:r>
                        <a:rPr lang="en-US" sz="1300" dirty="0">
                          <a:solidFill>
                            <a:srgbClr val="262626"/>
                          </a:solidFill>
                          <a:latin typeface="FS PF BeauSans Pro"/>
                          <a:ea typeface="FS PF BeauSans Pro"/>
                          <a:cs typeface="FS PF BeauSans Pro"/>
                        </a:rPr>
                        <a:t> tôi chạy nãy giờ mệt quá.</a:t>
                      </a:r>
                    </a:p>
                  </a:txBody>
                  <a:tcPr anchor="ctr">
                    <a:lnL w="0">
                      <a:noFill/>
                    </a:lnL>
                    <a:lnR w="0">
                      <a:noFill/>
                    </a:lnR>
                    <a:lnT w="6350" cap="flat" cmpd="sng" algn="ctr">
                      <a:solidFill>
                        <a:srgbClr val="BFBFBF"/>
                      </a:solidFill>
                      <a:prstDash val="solid"/>
                      <a:round/>
                      <a:headEnd type="none" w="med" len="med"/>
                      <a:tailEnd type="none" w="med" len="med"/>
                    </a:lnT>
                    <a:lnB w="19050">
                      <a:solidFill>
                        <a:srgbClr val="262626"/>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19050">
                      <a:solidFill>
                        <a:srgbClr val="262626"/>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19050">
                      <a:solidFill>
                        <a:srgbClr val="262626"/>
                      </a:solidFill>
                    </a:lnB>
                    <a:noFill/>
                  </a:tcPr>
                </a:tc>
                <a:tc>
                  <a:txBody>
                    <a:bodyPr/>
                    <a:lstStyle/>
                    <a:p>
                      <a:pPr algn="ctr">
                        <a:lnSpc>
                          <a:spcPct val="105000"/>
                        </a:lnSpc>
                      </a:pPr>
                      <a:endParaRPr lang="en-US" sz="1000"/>
                    </a:p>
                  </a:txBody>
                  <a:tcPr anchor="ctr">
                    <a:lnL w="0">
                      <a:noFill/>
                    </a:lnL>
                    <a:lnR w="0">
                      <a:noFill/>
                    </a:lnR>
                    <a:lnT w="6350" cap="flat" cmpd="sng" algn="ctr">
                      <a:solidFill>
                        <a:srgbClr val="BFBFBF"/>
                      </a:solidFill>
                      <a:prstDash val="solid"/>
                      <a:round/>
                      <a:headEnd type="none" w="med" len="med"/>
                      <a:tailEnd type="none" w="med" len="med"/>
                    </a:lnT>
                    <a:lnB w="19050">
                      <a:solidFill>
                        <a:srgbClr val="262626"/>
                      </a:solidFill>
                    </a:lnB>
                    <a:noFill/>
                  </a:tcPr>
                </a:tc>
                <a:tc>
                  <a:txBody>
                    <a:bodyPr/>
                    <a:lstStyle/>
                    <a:p>
                      <a:pPr algn="ctr">
                        <a:lnSpc>
                          <a:spcPct val="105000"/>
                        </a:lnSpc>
                      </a:pPr>
                      <a:endParaRPr lang="en-US" sz="1000" dirty="0"/>
                    </a:p>
                  </a:txBody>
                  <a:tcPr anchor="ctr">
                    <a:lnL w="0">
                      <a:noFill/>
                    </a:lnL>
                    <a:lnR w="0">
                      <a:noFill/>
                    </a:lnR>
                    <a:lnT w="6350" cap="flat" cmpd="sng" algn="ctr">
                      <a:solidFill>
                        <a:srgbClr val="BFBFBF"/>
                      </a:solidFill>
                      <a:prstDash val="solid"/>
                      <a:round/>
                      <a:headEnd type="none" w="med" len="med"/>
                      <a:tailEnd type="none" w="med" len="med"/>
                    </a:lnT>
                    <a:lnB w="19050">
                      <a:solidFill>
                        <a:srgbClr val="262626"/>
                      </a:solidFill>
                    </a:lnB>
                    <a:solidFill>
                      <a:srgbClr val="FDECEC"/>
                    </a:solidFill>
                  </a:tcPr>
                </a:tc>
                <a:extLst>
                  <a:ext uri="{0D108BD9-81ED-4DB2-BD59-A6C34878D82A}">
                    <a16:rowId xmlns:a16="http://schemas.microsoft.com/office/drawing/2014/main" val="10004"/>
                  </a:ext>
                </a:extLst>
              </a:tr>
            </a:tbl>
          </a:graphicData>
        </a:graphic>
      </p:graphicFrame>
      <p:pic>
        <p:nvPicPr>
          <p:cNvPr id="150" name="Audio refs t03_v2" descr="Reference voice: t03_v2">
            <a:hlinkClick r:id="" action="ppaction://media"/>
          </p:cNvPr>
          <p:cNvPicPr>
            <a:picLocks noChangeAspect="1"/>
          </p:cNvPicPr>
          <p:nvPr>
            <a:audioFile r:link="rId2"/>
            <p:extLst>
              <p:ext uri="{DAA4B4D4-6D71-4841-9C94-3DE7FCFB9230}">
                <p14:media xmlns:p14="http://schemas.microsoft.com/office/powerpoint/2010/main" r:embed="rId1"/>
              </p:ext>
            </p:extLst>
          </p:nvPr>
        </p:nvPicPr>
        <p:blipFill>
          <a:blip r:embed="rId34"/>
          <a:stretch>
            <a:fillRect/>
          </a:stretch>
        </p:blipFill>
        <p:spPr>
          <a:xfrm>
            <a:off x="5664708" y="2624327"/>
            <a:ext cx="329184" cy="329184"/>
          </a:xfrm>
          <a:prstGeom prst="rect">
            <a:avLst/>
          </a:prstGeom>
        </p:spPr>
      </p:pic>
      <p:pic>
        <p:nvPicPr>
          <p:cNvPr id="151" name="Audio drama3 t03_v2" descr="Fish Audio: t03_v2">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34"/>
          <a:stretch>
            <a:fillRect/>
          </a:stretch>
        </p:blipFill>
        <p:spPr>
          <a:xfrm>
            <a:off x="7150608" y="2624328"/>
            <a:ext cx="329184" cy="329184"/>
          </a:xfrm>
          <a:prstGeom prst="rect">
            <a:avLst/>
          </a:prstGeom>
        </p:spPr>
      </p:pic>
      <p:sp>
        <p:nvSpPr>
          <p:cNvPr id="152" name="Detect drama3 t03_v2"/>
          <p:cNvSpPr txBox="1"/>
          <p:nvPr/>
        </p:nvSpPr>
        <p:spPr>
          <a:xfrm>
            <a:off x="6492240" y="2971800"/>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1E7B34"/>
                </a:solidFill>
                <a:latin typeface="FS PF BeauSans Pro"/>
                <a:ea typeface="FS PF BeauSans Pro"/>
                <a:cs typeface="FS PF BeauSans Pro"/>
              </a:rPr>
              <a:t>✓</a:t>
            </a:r>
          </a:p>
        </p:txBody>
      </p:sp>
      <p:pic>
        <p:nvPicPr>
          <p:cNvPr id="153" name="Audio base t03_v2" descr="OmniVoice (base): t03_v2">
            <a:hlinkClick r:id="" action="ppaction://media"/>
          </p:cNvPr>
          <p:cNvPicPr>
            <a:picLocks noChangeAspect="1"/>
          </p:cNvPicPr>
          <p:nvPr>
            <a:audioFile r:link="rId6"/>
            <p:extLst>
              <p:ext uri="{DAA4B4D4-6D71-4841-9C94-3DE7FCFB9230}">
                <p14:media xmlns:p14="http://schemas.microsoft.com/office/powerpoint/2010/main" r:embed="rId5"/>
              </p:ext>
            </p:extLst>
          </p:nvPr>
        </p:nvPicPr>
        <p:blipFill>
          <a:blip r:embed="rId34"/>
          <a:stretch>
            <a:fillRect/>
          </a:stretch>
        </p:blipFill>
        <p:spPr>
          <a:xfrm>
            <a:off x="8796528" y="2624328"/>
            <a:ext cx="329184" cy="329184"/>
          </a:xfrm>
          <a:prstGeom prst="rect">
            <a:avLst/>
          </a:prstGeom>
        </p:spPr>
      </p:pic>
      <p:sp>
        <p:nvSpPr>
          <p:cNvPr id="154" name="Detect base t03_v2"/>
          <p:cNvSpPr txBox="1"/>
          <p:nvPr/>
        </p:nvSpPr>
        <p:spPr>
          <a:xfrm>
            <a:off x="8138160" y="2971800"/>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8C8C8C"/>
                </a:solidFill>
                <a:latin typeface="FS PF BeauSans Pro"/>
                <a:ea typeface="FS PF BeauSans Pro"/>
                <a:cs typeface="FS PF BeauSans Pro"/>
              </a:rPr>
              <a:t>✗</a:t>
            </a:r>
          </a:p>
        </p:txBody>
      </p:sp>
      <p:pic>
        <p:nvPicPr>
          <p:cNvPr id="155" name="Audio finetune t03_v2" descr="OmniVoice fine-tuned (ours): t03_v2">
            <a:hlinkClick r:id="" action="ppaction://media"/>
          </p:cNvPr>
          <p:cNvPicPr>
            <a:picLocks noChangeAspect="1"/>
          </p:cNvPicPr>
          <p:nvPr>
            <a:audioFile r:link="rId8"/>
            <p:extLst>
              <p:ext uri="{DAA4B4D4-6D71-4841-9C94-3DE7FCFB9230}">
                <p14:media xmlns:p14="http://schemas.microsoft.com/office/powerpoint/2010/main" r:embed="rId7"/>
              </p:ext>
            </p:extLst>
          </p:nvPr>
        </p:nvPicPr>
        <p:blipFill>
          <a:blip r:embed="rId34"/>
          <a:stretch>
            <a:fillRect/>
          </a:stretch>
        </p:blipFill>
        <p:spPr>
          <a:xfrm>
            <a:off x="10442448" y="2624328"/>
            <a:ext cx="329184" cy="329184"/>
          </a:xfrm>
          <a:prstGeom prst="rect">
            <a:avLst/>
          </a:prstGeom>
        </p:spPr>
      </p:pic>
      <p:sp>
        <p:nvSpPr>
          <p:cNvPr id="156" name="Detect finetune t03_v2"/>
          <p:cNvSpPr txBox="1"/>
          <p:nvPr/>
        </p:nvSpPr>
        <p:spPr>
          <a:xfrm>
            <a:off x="9784080" y="2971800"/>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1E7B34"/>
                </a:solidFill>
                <a:latin typeface="FS PF BeauSans Pro"/>
                <a:ea typeface="FS PF BeauSans Pro"/>
                <a:cs typeface="FS PF BeauSans Pro"/>
              </a:rPr>
              <a:t>✓</a:t>
            </a:r>
          </a:p>
        </p:txBody>
      </p:sp>
      <p:pic>
        <p:nvPicPr>
          <p:cNvPr id="157" name="Audio refs t07_v1" descr="Reference voice: t07_v1">
            <a:hlinkClick r:id="" action="ppaction://media"/>
          </p:cNvPr>
          <p:cNvPicPr>
            <a:picLocks noChangeAspect="1"/>
          </p:cNvPicPr>
          <p:nvPr>
            <a:audioFile r:link="rId10"/>
            <p:extLst>
              <p:ext uri="{DAA4B4D4-6D71-4841-9C94-3DE7FCFB9230}">
                <p14:media xmlns:p14="http://schemas.microsoft.com/office/powerpoint/2010/main" r:embed="rId9"/>
              </p:ext>
            </p:extLst>
          </p:nvPr>
        </p:nvPicPr>
        <p:blipFill>
          <a:blip r:embed="rId34"/>
          <a:stretch>
            <a:fillRect/>
          </a:stretch>
        </p:blipFill>
        <p:spPr>
          <a:xfrm>
            <a:off x="5664708" y="3450151"/>
            <a:ext cx="329184" cy="329184"/>
          </a:xfrm>
          <a:prstGeom prst="rect">
            <a:avLst/>
          </a:prstGeom>
        </p:spPr>
      </p:pic>
      <p:pic>
        <p:nvPicPr>
          <p:cNvPr id="158" name="Audio drama3 t07_v1" descr="Fish Audio: t07_v1">
            <a:hlinkClick r:id="" action="ppaction://media"/>
          </p:cNvPr>
          <p:cNvPicPr>
            <a:picLocks noChangeAspect="1"/>
          </p:cNvPicPr>
          <p:nvPr>
            <a:audioFile r:link="rId12"/>
            <p:extLst>
              <p:ext uri="{DAA4B4D4-6D71-4841-9C94-3DE7FCFB9230}">
                <p14:media xmlns:p14="http://schemas.microsoft.com/office/powerpoint/2010/main" r:embed="rId11"/>
              </p:ext>
            </p:extLst>
          </p:nvPr>
        </p:nvPicPr>
        <p:blipFill>
          <a:blip r:embed="rId34"/>
          <a:stretch>
            <a:fillRect/>
          </a:stretch>
        </p:blipFill>
        <p:spPr>
          <a:xfrm>
            <a:off x="7150608" y="3429000"/>
            <a:ext cx="329184" cy="329184"/>
          </a:xfrm>
          <a:prstGeom prst="rect">
            <a:avLst/>
          </a:prstGeom>
        </p:spPr>
      </p:pic>
      <p:sp>
        <p:nvSpPr>
          <p:cNvPr id="159" name="Detect drama3 t07_v1"/>
          <p:cNvSpPr txBox="1"/>
          <p:nvPr/>
        </p:nvSpPr>
        <p:spPr>
          <a:xfrm>
            <a:off x="6492240" y="3776472"/>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8C8C8C"/>
                </a:solidFill>
                <a:latin typeface="FS PF BeauSans Pro"/>
                <a:ea typeface="FS PF BeauSans Pro"/>
                <a:cs typeface="FS PF BeauSans Pro"/>
              </a:rPr>
              <a:t>✗</a:t>
            </a:r>
          </a:p>
        </p:txBody>
      </p:sp>
      <p:pic>
        <p:nvPicPr>
          <p:cNvPr id="160" name="Audio base t07_v1" descr="OmniVoice (base): t07_v1">
            <a:hlinkClick r:id="" action="ppaction://media"/>
          </p:cNvPr>
          <p:cNvPicPr>
            <a:picLocks noChangeAspect="1"/>
          </p:cNvPicPr>
          <p:nvPr>
            <a:audioFile r:link="rId14"/>
            <p:extLst>
              <p:ext uri="{DAA4B4D4-6D71-4841-9C94-3DE7FCFB9230}">
                <p14:media xmlns:p14="http://schemas.microsoft.com/office/powerpoint/2010/main" r:embed="rId13"/>
              </p:ext>
            </p:extLst>
          </p:nvPr>
        </p:nvPicPr>
        <p:blipFill>
          <a:blip r:embed="rId34"/>
          <a:stretch>
            <a:fillRect/>
          </a:stretch>
        </p:blipFill>
        <p:spPr>
          <a:xfrm>
            <a:off x="8796528" y="3429000"/>
            <a:ext cx="329184" cy="329184"/>
          </a:xfrm>
          <a:prstGeom prst="rect">
            <a:avLst/>
          </a:prstGeom>
        </p:spPr>
      </p:pic>
      <p:sp>
        <p:nvSpPr>
          <p:cNvPr id="161" name="Detect base t07_v1"/>
          <p:cNvSpPr txBox="1"/>
          <p:nvPr/>
        </p:nvSpPr>
        <p:spPr>
          <a:xfrm>
            <a:off x="8138160" y="3776472"/>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8C8C8C"/>
                </a:solidFill>
                <a:latin typeface="FS PF BeauSans Pro"/>
                <a:ea typeface="FS PF BeauSans Pro"/>
                <a:cs typeface="FS PF BeauSans Pro"/>
              </a:rPr>
              <a:t>✗</a:t>
            </a:r>
          </a:p>
        </p:txBody>
      </p:sp>
      <p:pic>
        <p:nvPicPr>
          <p:cNvPr id="162" name="Audio finetune t07_v1" descr="OmniVoice fine-tuned (ours): t07_v1">
            <a:hlinkClick r:id="" action="ppaction://media"/>
          </p:cNvPr>
          <p:cNvPicPr>
            <a:picLocks noChangeAspect="1"/>
          </p:cNvPicPr>
          <p:nvPr>
            <a:audioFile r:link="rId16"/>
            <p:extLst>
              <p:ext uri="{DAA4B4D4-6D71-4841-9C94-3DE7FCFB9230}">
                <p14:media xmlns:p14="http://schemas.microsoft.com/office/powerpoint/2010/main" r:embed="rId15"/>
              </p:ext>
            </p:extLst>
          </p:nvPr>
        </p:nvPicPr>
        <p:blipFill>
          <a:blip r:embed="rId34"/>
          <a:stretch>
            <a:fillRect/>
          </a:stretch>
        </p:blipFill>
        <p:spPr>
          <a:xfrm>
            <a:off x="10442448" y="3429000"/>
            <a:ext cx="329184" cy="329184"/>
          </a:xfrm>
          <a:prstGeom prst="rect">
            <a:avLst/>
          </a:prstGeom>
        </p:spPr>
      </p:pic>
      <p:sp>
        <p:nvSpPr>
          <p:cNvPr id="163" name="Detect finetune t07_v1"/>
          <p:cNvSpPr txBox="1"/>
          <p:nvPr/>
        </p:nvSpPr>
        <p:spPr>
          <a:xfrm>
            <a:off x="9784080" y="3776472"/>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1E7B34"/>
                </a:solidFill>
                <a:latin typeface="FS PF BeauSans Pro"/>
                <a:ea typeface="FS PF BeauSans Pro"/>
                <a:cs typeface="FS PF BeauSans Pro"/>
              </a:rPr>
              <a:t>✓</a:t>
            </a:r>
          </a:p>
        </p:txBody>
      </p:sp>
      <p:pic>
        <p:nvPicPr>
          <p:cNvPr id="164" name="Audio refs t04_v1" descr="Reference voice: t04_v1">
            <a:hlinkClick r:id="" action="ppaction://media"/>
          </p:cNvPr>
          <p:cNvPicPr>
            <a:picLocks noChangeAspect="1"/>
          </p:cNvPicPr>
          <p:nvPr>
            <a:audioFile r:link="rId18"/>
            <p:extLst>
              <p:ext uri="{DAA4B4D4-6D71-4841-9C94-3DE7FCFB9230}">
                <p14:media xmlns:p14="http://schemas.microsoft.com/office/powerpoint/2010/main" r:embed="rId17"/>
              </p:ext>
            </p:extLst>
          </p:nvPr>
        </p:nvPicPr>
        <p:blipFill>
          <a:blip r:embed="rId34"/>
          <a:stretch>
            <a:fillRect/>
          </a:stretch>
        </p:blipFill>
        <p:spPr>
          <a:xfrm>
            <a:off x="5664708" y="4235286"/>
            <a:ext cx="329184" cy="329184"/>
          </a:xfrm>
          <a:prstGeom prst="rect">
            <a:avLst/>
          </a:prstGeom>
        </p:spPr>
      </p:pic>
      <p:pic>
        <p:nvPicPr>
          <p:cNvPr id="165" name="Audio drama3 t04_v1" descr="Fish Audio: t04_v1">
            <a:hlinkClick r:id="" action="ppaction://media"/>
          </p:cNvPr>
          <p:cNvPicPr>
            <a:picLocks noChangeAspect="1"/>
          </p:cNvPicPr>
          <p:nvPr>
            <a:audioFile r:link="rId20"/>
            <p:extLst>
              <p:ext uri="{DAA4B4D4-6D71-4841-9C94-3DE7FCFB9230}">
                <p14:media xmlns:p14="http://schemas.microsoft.com/office/powerpoint/2010/main" r:embed="rId19"/>
              </p:ext>
            </p:extLst>
          </p:nvPr>
        </p:nvPicPr>
        <p:blipFill>
          <a:blip r:embed="rId34"/>
          <a:stretch>
            <a:fillRect/>
          </a:stretch>
        </p:blipFill>
        <p:spPr>
          <a:xfrm>
            <a:off x="7150608" y="4233672"/>
            <a:ext cx="329184" cy="329184"/>
          </a:xfrm>
          <a:prstGeom prst="rect">
            <a:avLst/>
          </a:prstGeom>
        </p:spPr>
      </p:pic>
      <p:sp>
        <p:nvSpPr>
          <p:cNvPr id="166" name="Detect drama3 t04_v1"/>
          <p:cNvSpPr txBox="1"/>
          <p:nvPr/>
        </p:nvSpPr>
        <p:spPr>
          <a:xfrm>
            <a:off x="6492240" y="4581144"/>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1E7B34"/>
                </a:solidFill>
                <a:latin typeface="FS PF BeauSans Pro"/>
                <a:ea typeface="FS PF BeauSans Pro"/>
                <a:cs typeface="FS PF BeauSans Pro"/>
              </a:rPr>
              <a:t>✓</a:t>
            </a:r>
          </a:p>
        </p:txBody>
      </p:sp>
      <p:pic>
        <p:nvPicPr>
          <p:cNvPr id="167" name="Audio base t04_v1" descr="OmniVoice (base): t04_v1">
            <a:hlinkClick r:id="" action="ppaction://media"/>
          </p:cNvPr>
          <p:cNvPicPr>
            <a:picLocks noChangeAspect="1"/>
          </p:cNvPicPr>
          <p:nvPr>
            <a:audioFile r:link="rId22"/>
            <p:extLst>
              <p:ext uri="{DAA4B4D4-6D71-4841-9C94-3DE7FCFB9230}">
                <p14:media xmlns:p14="http://schemas.microsoft.com/office/powerpoint/2010/main" r:embed="rId21"/>
              </p:ext>
            </p:extLst>
          </p:nvPr>
        </p:nvPicPr>
        <p:blipFill>
          <a:blip r:embed="rId34"/>
          <a:stretch>
            <a:fillRect/>
          </a:stretch>
        </p:blipFill>
        <p:spPr>
          <a:xfrm>
            <a:off x="8796528" y="4233672"/>
            <a:ext cx="329184" cy="329184"/>
          </a:xfrm>
          <a:prstGeom prst="rect">
            <a:avLst/>
          </a:prstGeom>
        </p:spPr>
      </p:pic>
      <p:sp>
        <p:nvSpPr>
          <p:cNvPr id="168" name="Detect base t04_v1"/>
          <p:cNvSpPr txBox="1"/>
          <p:nvPr/>
        </p:nvSpPr>
        <p:spPr>
          <a:xfrm>
            <a:off x="8138160" y="4581144"/>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8C8C8C"/>
                </a:solidFill>
                <a:latin typeface="FS PF BeauSans Pro"/>
                <a:ea typeface="FS PF BeauSans Pro"/>
                <a:cs typeface="FS PF BeauSans Pro"/>
              </a:rPr>
              <a:t>✗</a:t>
            </a:r>
          </a:p>
        </p:txBody>
      </p:sp>
      <p:pic>
        <p:nvPicPr>
          <p:cNvPr id="169" name="Audio finetune t04_v1" descr="OmniVoice fine-tuned (ours): t04_v1">
            <a:hlinkClick r:id="" action="ppaction://media"/>
          </p:cNvPr>
          <p:cNvPicPr>
            <a:picLocks noChangeAspect="1"/>
          </p:cNvPicPr>
          <p:nvPr>
            <a:audioFile r:link="rId24"/>
            <p:extLst>
              <p:ext uri="{DAA4B4D4-6D71-4841-9C94-3DE7FCFB9230}">
                <p14:media xmlns:p14="http://schemas.microsoft.com/office/powerpoint/2010/main" r:embed="rId23"/>
              </p:ext>
            </p:extLst>
          </p:nvPr>
        </p:nvPicPr>
        <p:blipFill>
          <a:blip r:embed="rId34"/>
          <a:stretch>
            <a:fillRect/>
          </a:stretch>
        </p:blipFill>
        <p:spPr>
          <a:xfrm>
            <a:off x="10442448" y="4233672"/>
            <a:ext cx="329184" cy="329184"/>
          </a:xfrm>
          <a:prstGeom prst="rect">
            <a:avLst/>
          </a:prstGeom>
        </p:spPr>
      </p:pic>
      <p:sp>
        <p:nvSpPr>
          <p:cNvPr id="170" name="Detect finetune t04_v1"/>
          <p:cNvSpPr txBox="1"/>
          <p:nvPr/>
        </p:nvSpPr>
        <p:spPr>
          <a:xfrm>
            <a:off x="9784080" y="4581144"/>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1E7B34"/>
                </a:solidFill>
                <a:latin typeface="FS PF BeauSans Pro"/>
                <a:ea typeface="FS PF BeauSans Pro"/>
                <a:cs typeface="FS PF BeauSans Pro"/>
              </a:rPr>
              <a:t>✓</a:t>
            </a:r>
          </a:p>
        </p:txBody>
      </p:sp>
      <p:pic>
        <p:nvPicPr>
          <p:cNvPr id="171" name="Audio refs t09_v1" descr="Reference voice: t09_v1">
            <a:hlinkClick r:id="" action="ppaction://media"/>
          </p:cNvPr>
          <p:cNvPicPr>
            <a:picLocks noChangeAspect="1"/>
          </p:cNvPicPr>
          <p:nvPr>
            <a:audioFile r:link="rId26"/>
            <p:extLst>
              <p:ext uri="{DAA4B4D4-6D71-4841-9C94-3DE7FCFB9230}">
                <p14:media xmlns:p14="http://schemas.microsoft.com/office/powerpoint/2010/main" r:embed="rId25"/>
              </p:ext>
            </p:extLst>
          </p:nvPr>
        </p:nvPicPr>
        <p:blipFill>
          <a:blip r:embed="rId34"/>
          <a:stretch>
            <a:fillRect/>
          </a:stretch>
        </p:blipFill>
        <p:spPr>
          <a:xfrm>
            <a:off x="5664708" y="5038344"/>
            <a:ext cx="329184" cy="329184"/>
          </a:xfrm>
          <a:prstGeom prst="rect">
            <a:avLst/>
          </a:prstGeom>
        </p:spPr>
      </p:pic>
      <p:pic>
        <p:nvPicPr>
          <p:cNvPr id="172" name="Audio drama3 t09_v1" descr="Fish Audio: t09_v1">
            <a:hlinkClick r:id="" action="ppaction://media"/>
          </p:cNvPr>
          <p:cNvPicPr>
            <a:picLocks noChangeAspect="1"/>
          </p:cNvPicPr>
          <p:nvPr>
            <a:audioFile r:link="rId28"/>
            <p:extLst>
              <p:ext uri="{DAA4B4D4-6D71-4841-9C94-3DE7FCFB9230}">
                <p14:media xmlns:p14="http://schemas.microsoft.com/office/powerpoint/2010/main" r:embed="rId27"/>
              </p:ext>
            </p:extLst>
          </p:nvPr>
        </p:nvPicPr>
        <p:blipFill>
          <a:blip r:embed="rId34"/>
          <a:stretch>
            <a:fillRect/>
          </a:stretch>
        </p:blipFill>
        <p:spPr>
          <a:xfrm>
            <a:off x="7150608" y="5038344"/>
            <a:ext cx="329184" cy="329184"/>
          </a:xfrm>
          <a:prstGeom prst="rect">
            <a:avLst/>
          </a:prstGeom>
        </p:spPr>
      </p:pic>
      <p:sp>
        <p:nvSpPr>
          <p:cNvPr id="173" name="Detect drama3 t09_v1"/>
          <p:cNvSpPr txBox="1"/>
          <p:nvPr/>
        </p:nvSpPr>
        <p:spPr>
          <a:xfrm>
            <a:off x="6492240" y="5385816"/>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8C8C8C"/>
                </a:solidFill>
                <a:latin typeface="FS PF BeauSans Pro"/>
                <a:ea typeface="FS PF BeauSans Pro"/>
                <a:cs typeface="FS PF BeauSans Pro"/>
              </a:rPr>
              <a:t>✗</a:t>
            </a:r>
            <a:r>
              <a:rPr lang="en-US" sz="1100" dirty="0">
                <a:latin typeface="FS PF BeauSans Pro"/>
                <a:ea typeface="FS PF BeauSans Pro"/>
                <a:cs typeface="FS PF BeauSans Pro"/>
              </a:rPr>
              <a:t>  </a:t>
            </a:r>
            <a:r>
              <a:rPr lang="en-US" sz="1100" b="1" dirty="0">
                <a:solidFill>
                  <a:srgbClr val="8C8C8C"/>
                </a:solidFill>
                <a:latin typeface="FS PF BeauSans Pro"/>
                <a:ea typeface="FS PF BeauSans Pro"/>
                <a:cs typeface="FS PF BeauSans Pro"/>
              </a:rPr>
              <a:t>✗</a:t>
            </a:r>
          </a:p>
        </p:txBody>
      </p:sp>
      <p:pic>
        <p:nvPicPr>
          <p:cNvPr id="174" name="Audio base t09_v1" descr="OmniVoice (base): t09_v1">
            <a:hlinkClick r:id="" action="ppaction://media"/>
          </p:cNvPr>
          <p:cNvPicPr>
            <a:picLocks noChangeAspect="1"/>
          </p:cNvPicPr>
          <p:nvPr>
            <a:audioFile r:link="rId30"/>
            <p:extLst>
              <p:ext uri="{DAA4B4D4-6D71-4841-9C94-3DE7FCFB9230}">
                <p14:media xmlns:p14="http://schemas.microsoft.com/office/powerpoint/2010/main" r:embed="rId29"/>
              </p:ext>
            </p:extLst>
          </p:nvPr>
        </p:nvPicPr>
        <p:blipFill>
          <a:blip r:embed="rId34"/>
          <a:stretch>
            <a:fillRect/>
          </a:stretch>
        </p:blipFill>
        <p:spPr>
          <a:xfrm>
            <a:off x="8796528" y="5038344"/>
            <a:ext cx="329184" cy="329184"/>
          </a:xfrm>
          <a:prstGeom prst="rect">
            <a:avLst/>
          </a:prstGeom>
        </p:spPr>
      </p:pic>
      <p:sp>
        <p:nvSpPr>
          <p:cNvPr id="175" name="Detect base t09_v1"/>
          <p:cNvSpPr txBox="1"/>
          <p:nvPr/>
        </p:nvSpPr>
        <p:spPr>
          <a:xfrm>
            <a:off x="8138160" y="5385816"/>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8C8C8C"/>
                </a:solidFill>
                <a:latin typeface="FS PF BeauSans Pro"/>
                <a:ea typeface="FS PF BeauSans Pro"/>
                <a:cs typeface="FS PF BeauSans Pro"/>
              </a:rPr>
              <a:t>✗</a:t>
            </a:r>
            <a:r>
              <a:rPr lang="en-US" sz="1100" dirty="0">
                <a:latin typeface="FS PF BeauSans Pro"/>
                <a:ea typeface="FS PF BeauSans Pro"/>
                <a:cs typeface="FS PF BeauSans Pro"/>
              </a:rPr>
              <a:t>  </a:t>
            </a:r>
            <a:r>
              <a:rPr lang="en-US" sz="1100" b="1" dirty="0">
                <a:solidFill>
                  <a:srgbClr val="8C8C8C"/>
                </a:solidFill>
                <a:latin typeface="FS PF BeauSans Pro"/>
                <a:ea typeface="FS PF BeauSans Pro"/>
                <a:cs typeface="FS PF BeauSans Pro"/>
              </a:rPr>
              <a:t>✗</a:t>
            </a:r>
          </a:p>
        </p:txBody>
      </p:sp>
      <p:pic>
        <p:nvPicPr>
          <p:cNvPr id="176" name="Audio finetune t09_v1" descr="OmniVoice fine-tuned (ours): t09_v1">
            <a:hlinkClick r:id="" action="ppaction://media"/>
          </p:cNvPr>
          <p:cNvPicPr>
            <a:picLocks noChangeAspect="1"/>
          </p:cNvPicPr>
          <p:nvPr>
            <a:audioFile r:link="rId32"/>
            <p:extLst>
              <p:ext uri="{DAA4B4D4-6D71-4841-9C94-3DE7FCFB9230}">
                <p14:media xmlns:p14="http://schemas.microsoft.com/office/powerpoint/2010/main" r:embed="rId31"/>
              </p:ext>
            </p:extLst>
          </p:nvPr>
        </p:nvPicPr>
        <p:blipFill>
          <a:blip r:embed="rId34"/>
          <a:stretch>
            <a:fillRect/>
          </a:stretch>
        </p:blipFill>
        <p:spPr>
          <a:xfrm>
            <a:off x="10442448" y="5038344"/>
            <a:ext cx="329184" cy="329184"/>
          </a:xfrm>
          <a:prstGeom prst="rect">
            <a:avLst/>
          </a:prstGeom>
        </p:spPr>
      </p:pic>
      <p:sp>
        <p:nvSpPr>
          <p:cNvPr id="177" name="Detect finetune t09_v1"/>
          <p:cNvSpPr txBox="1"/>
          <p:nvPr/>
        </p:nvSpPr>
        <p:spPr>
          <a:xfrm>
            <a:off x="9784080" y="5385816"/>
            <a:ext cx="1645920" cy="274320"/>
          </a:xfrm>
          <a:prstGeom prst="rect">
            <a:avLst/>
          </a:prstGeom>
          <a:noFill/>
          <a:ln>
            <a:noFill/>
          </a:ln>
        </p:spPr>
        <p:txBody>
          <a:bodyPr wrap="square" lIns="45720" tIns="45720" rIns="45720" bIns="45720" anchor="t">
            <a:noAutofit/>
          </a:bodyPr>
          <a:lstStyle/>
          <a:p>
            <a:pPr algn="ctr">
              <a:buNone/>
            </a:pPr>
            <a:r>
              <a:rPr lang="en-US" sz="1100" b="1" dirty="0">
                <a:solidFill>
                  <a:srgbClr val="1E7B34"/>
                </a:solidFill>
                <a:latin typeface="FS PF BeauSans Pro"/>
                <a:ea typeface="FS PF BeauSans Pro"/>
                <a:cs typeface="FS PF BeauSans Pro"/>
              </a:rPr>
              <a:t>✓</a:t>
            </a:r>
            <a:r>
              <a:rPr lang="en-US" sz="1100" dirty="0">
                <a:latin typeface="FS PF BeauSans Pro"/>
                <a:ea typeface="FS PF BeauSans Pro"/>
                <a:cs typeface="FS PF BeauSans Pro"/>
              </a:rPr>
              <a:t>  </a:t>
            </a:r>
            <a:r>
              <a:rPr lang="en-US" sz="1100" b="1" dirty="0">
                <a:solidFill>
                  <a:srgbClr val="1E7B34"/>
                </a:solidFill>
                <a:latin typeface="FS PF BeauSans Pro"/>
                <a:ea typeface="FS PF BeauSans Pro"/>
                <a:cs typeface="FS PF BeauSans Pro"/>
              </a:rPr>
              <a:t>✓</a:t>
            </a:r>
          </a:p>
        </p:txBody>
      </p:sp>
      <p:sp>
        <p:nvSpPr>
          <p:cNvPr id="178" name="Demo legend"/>
          <p:cNvSpPr txBox="1"/>
          <p:nvPr/>
        </p:nvSpPr>
        <p:spPr>
          <a:xfrm>
            <a:off x="822960" y="5788151"/>
            <a:ext cx="10607040" cy="274320"/>
          </a:xfrm>
          <a:prstGeom prst="rect">
            <a:avLst/>
          </a:prstGeom>
          <a:noFill/>
          <a:ln>
            <a:noFill/>
          </a:ln>
        </p:spPr>
        <p:txBody>
          <a:bodyPr wrap="square" lIns="45720" tIns="45720" rIns="45720" bIns="45720" anchor="t">
            <a:noAutofit/>
          </a:bodyPr>
          <a:lstStyle/>
          <a:p>
            <a:pPr>
              <a:buNone/>
            </a:pPr>
            <a:r>
              <a:rPr lang="en-US" sz="900" b="1" dirty="0">
                <a:solidFill>
                  <a:srgbClr val="EE0033"/>
                </a:solidFill>
                <a:latin typeface="FS PF BeauSans Pro"/>
                <a:ea typeface="FS PF BeauSans Pro"/>
                <a:cs typeface="FS PF BeauSans Pro"/>
              </a:rPr>
              <a:t>▶</a:t>
            </a:r>
            <a:r>
              <a:rPr lang="en-US" sz="900" dirty="0">
                <a:solidFill>
                  <a:srgbClr val="595959"/>
                </a:solidFill>
                <a:latin typeface="FS PF BeauSans Pro"/>
                <a:ea typeface="FS PF BeauSans Pro"/>
                <a:cs typeface="FS PF BeauSans Pro"/>
              </a:rPr>
              <a:t> click to play    </a:t>
            </a:r>
            <a:r>
              <a:rPr lang="en-US" sz="900" b="1" dirty="0">
                <a:solidFill>
                  <a:srgbClr val="1E7B34"/>
                </a:solidFill>
                <a:latin typeface="FS PF BeauSans Pro"/>
                <a:ea typeface="FS PF BeauSans Pro"/>
                <a:cs typeface="FS PF BeauSans Pro"/>
              </a:rPr>
              <a:t>✓</a:t>
            </a:r>
            <a:r>
              <a:rPr lang="en-US" sz="900" dirty="0">
                <a:solidFill>
                  <a:srgbClr val="595959"/>
                </a:solidFill>
                <a:latin typeface="FS PF BeauSans Pro"/>
                <a:ea typeface="FS PF BeauSans Pro"/>
                <a:cs typeface="FS PF BeauSans Pro"/>
              </a:rPr>
              <a:t> / </a:t>
            </a:r>
            <a:r>
              <a:rPr lang="en-US" sz="900" b="1" dirty="0">
                <a:solidFill>
                  <a:srgbClr val="8C8C8C"/>
                </a:solidFill>
                <a:latin typeface="FS PF BeauSans Pro"/>
                <a:ea typeface="FS PF BeauSans Pro"/>
                <a:cs typeface="FS PF BeauSans Pro"/>
              </a:rPr>
              <a:t>✗</a:t>
            </a:r>
            <a:r>
              <a:rPr lang="en-US" sz="900" dirty="0">
                <a:solidFill>
                  <a:srgbClr val="595959"/>
                </a:solidFill>
                <a:latin typeface="FS PF BeauSans Pro"/>
                <a:ea typeface="FS PF BeauSans Pro"/>
                <a:cs typeface="FS PF BeauSans Pro"/>
              </a:rPr>
              <a:t> one mark per tag: FlexSED finds / misses the tagged NVV at its position    </a:t>
            </a:r>
            <a:r>
              <a:rPr lang="en-US" sz="900" b="1" dirty="0">
                <a:solidFill>
                  <a:srgbClr val="595959"/>
                </a:solidFill>
                <a:latin typeface="FS PF BeauSans Pro"/>
                <a:ea typeface="FS PF BeauSans Pro"/>
                <a:cs typeface="FS PF BeauSans Pro"/>
              </a:rPr>
              <a:t>Reference voice</a:t>
            </a:r>
            <a:r>
              <a:rPr lang="en-US" sz="900" dirty="0">
                <a:solidFill>
                  <a:srgbClr val="595959"/>
                </a:solidFill>
                <a:latin typeface="FS PF BeauSans Pro"/>
                <a:ea typeface="FS PF BeauSans Pro"/>
                <a:cs typeface="FS PF BeauSans Pro"/>
              </a:rPr>
              <a:t>: the unseen speaker's prompt clip</a:t>
            </a:r>
          </a:p>
        </p:txBody>
      </p:sp>
    </p:spTree>
    <p:extLst>
      <p:ext uri="{BB962C8B-B14F-4D97-AF65-F5344CB8AC3E}">
        <p14:creationId xmlns:p14="http://schemas.microsoft.com/office/powerpoint/2010/main" val="584723571"/>
      </p:ext>
    </p:extLst>
  </p:cSld>
  <p:clrMapOvr>
    <a:masterClrMapping/>
  </p:clrMapOvr>
  <p:timing>
    <p:tnLst>
      <p:par>
        <p:cTn id="1" dur="indefinite" restart="never" nodeType="tmRoot">
          <p:childTnLst>
            <p:audio>
              <p:cMediaNode vol="80000">
                <p:cTn id="2" fill="hold" display="0">
                  <p:stCondLst>
                    <p:cond delay="indefinite"/>
                  </p:stCondLst>
                  <p:endCondLst>
                    <p:cond evt="onStopAudio" delay="0">
                      <p:tgtEl>
                        <p:sldTgt/>
                      </p:tgtEl>
                    </p:cond>
                  </p:endCondLst>
                </p:cTn>
                <p:tgtEl>
                  <p:spTgt spid="150"/>
                </p:tgtEl>
              </p:cMediaNode>
            </p:audio>
            <p:audio>
              <p:cMediaNode vol="80000">
                <p:cTn id="3" fill="hold" display="0">
                  <p:stCondLst>
                    <p:cond delay="indefinite"/>
                  </p:stCondLst>
                  <p:endCondLst>
                    <p:cond evt="onStopAudio" delay="0">
                      <p:tgtEl>
                        <p:sldTgt/>
                      </p:tgtEl>
                    </p:cond>
                  </p:endCondLst>
                </p:cTn>
                <p:tgtEl>
                  <p:spTgt spid="151"/>
                </p:tgtEl>
              </p:cMediaNode>
            </p:audio>
            <p:audio>
              <p:cMediaNode vol="80000">
                <p:cTn id="4" fill="hold" display="0">
                  <p:stCondLst>
                    <p:cond delay="indefinite"/>
                  </p:stCondLst>
                  <p:endCondLst>
                    <p:cond evt="onStopAudio" delay="0">
                      <p:tgtEl>
                        <p:sldTgt/>
                      </p:tgtEl>
                    </p:cond>
                  </p:endCondLst>
                </p:cTn>
                <p:tgtEl>
                  <p:spTgt spid="153"/>
                </p:tgtEl>
              </p:cMediaNode>
            </p:audio>
            <p:audio>
              <p:cMediaNode vol="80000">
                <p:cTn id="5" fill="hold" display="0">
                  <p:stCondLst>
                    <p:cond delay="indefinite"/>
                  </p:stCondLst>
                  <p:endCondLst>
                    <p:cond evt="onStopAudio" delay="0">
                      <p:tgtEl>
                        <p:sldTgt/>
                      </p:tgtEl>
                    </p:cond>
                  </p:endCondLst>
                </p:cTn>
                <p:tgtEl>
                  <p:spTgt spid="155"/>
                </p:tgtEl>
              </p:cMediaNode>
            </p:audio>
            <p:audio>
              <p:cMediaNode vol="80000">
                <p:cTn id="6" fill="hold" display="0">
                  <p:stCondLst>
                    <p:cond delay="indefinite"/>
                  </p:stCondLst>
                  <p:endCondLst>
                    <p:cond evt="onStopAudio" delay="0">
                      <p:tgtEl>
                        <p:sldTgt/>
                      </p:tgtEl>
                    </p:cond>
                  </p:endCondLst>
                </p:cTn>
                <p:tgtEl>
                  <p:spTgt spid="157"/>
                </p:tgtEl>
              </p:cMediaNode>
            </p:audio>
            <p:audio>
              <p:cMediaNode vol="80000">
                <p:cTn id="7" fill="hold" display="0">
                  <p:stCondLst>
                    <p:cond delay="indefinite"/>
                  </p:stCondLst>
                  <p:endCondLst>
                    <p:cond evt="onStopAudio" delay="0">
                      <p:tgtEl>
                        <p:sldTgt/>
                      </p:tgtEl>
                    </p:cond>
                  </p:endCondLst>
                </p:cTn>
                <p:tgtEl>
                  <p:spTgt spid="158"/>
                </p:tgtEl>
              </p:cMediaNode>
            </p:audio>
            <p:audio>
              <p:cMediaNode vol="80000">
                <p:cTn id="8" fill="hold" display="0">
                  <p:stCondLst>
                    <p:cond delay="indefinite"/>
                  </p:stCondLst>
                  <p:endCondLst>
                    <p:cond evt="onStopAudio" delay="0">
                      <p:tgtEl>
                        <p:sldTgt/>
                      </p:tgtEl>
                    </p:cond>
                  </p:endCondLst>
                </p:cTn>
                <p:tgtEl>
                  <p:spTgt spid="160"/>
                </p:tgtEl>
              </p:cMediaNode>
            </p:audio>
            <p:audio>
              <p:cMediaNode vol="80000">
                <p:cTn id="9" fill="hold" display="0">
                  <p:stCondLst>
                    <p:cond delay="indefinite"/>
                  </p:stCondLst>
                  <p:endCondLst>
                    <p:cond evt="onStopAudio" delay="0">
                      <p:tgtEl>
                        <p:sldTgt/>
                      </p:tgtEl>
                    </p:cond>
                  </p:endCondLst>
                </p:cTn>
                <p:tgtEl>
                  <p:spTgt spid="162"/>
                </p:tgtEl>
              </p:cMediaNode>
            </p:audio>
            <p:audio>
              <p:cMediaNode vol="80000">
                <p:cTn id="10" fill="hold" display="0">
                  <p:stCondLst>
                    <p:cond delay="indefinite"/>
                  </p:stCondLst>
                  <p:endCondLst>
                    <p:cond evt="onStopAudio" delay="0">
                      <p:tgtEl>
                        <p:sldTgt/>
                      </p:tgtEl>
                    </p:cond>
                  </p:endCondLst>
                </p:cTn>
                <p:tgtEl>
                  <p:spTgt spid="164"/>
                </p:tgtEl>
              </p:cMediaNode>
            </p:audio>
            <p:audio>
              <p:cMediaNode vol="80000">
                <p:cTn id="11" fill="hold" display="0">
                  <p:stCondLst>
                    <p:cond delay="indefinite"/>
                  </p:stCondLst>
                  <p:endCondLst>
                    <p:cond evt="onStopAudio" delay="0">
                      <p:tgtEl>
                        <p:sldTgt/>
                      </p:tgtEl>
                    </p:cond>
                  </p:endCondLst>
                </p:cTn>
                <p:tgtEl>
                  <p:spTgt spid="165"/>
                </p:tgtEl>
              </p:cMediaNode>
            </p:audio>
            <p:audio>
              <p:cMediaNode vol="80000">
                <p:cTn id="12" fill="hold" display="0">
                  <p:stCondLst>
                    <p:cond delay="indefinite"/>
                  </p:stCondLst>
                  <p:endCondLst>
                    <p:cond evt="onStopAudio" delay="0">
                      <p:tgtEl>
                        <p:sldTgt/>
                      </p:tgtEl>
                    </p:cond>
                  </p:endCondLst>
                </p:cTn>
                <p:tgtEl>
                  <p:spTgt spid="167"/>
                </p:tgtEl>
              </p:cMediaNode>
            </p:audio>
            <p:audio>
              <p:cMediaNode vol="80000">
                <p:cTn id="13" fill="hold" display="0">
                  <p:stCondLst>
                    <p:cond delay="indefinite"/>
                  </p:stCondLst>
                  <p:endCondLst>
                    <p:cond evt="onStopAudio" delay="0">
                      <p:tgtEl>
                        <p:sldTgt/>
                      </p:tgtEl>
                    </p:cond>
                  </p:endCondLst>
                </p:cTn>
                <p:tgtEl>
                  <p:spTgt spid="169"/>
                </p:tgtEl>
              </p:cMediaNode>
            </p:audio>
            <p:audio>
              <p:cMediaNode vol="80000">
                <p:cTn id="14" fill="hold" display="0">
                  <p:stCondLst>
                    <p:cond delay="indefinite"/>
                  </p:stCondLst>
                  <p:endCondLst>
                    <p:cond evt="onStopAudio" delay="0">
                      <p:tgtEl>
                        <p:sldTgt/>
                      </p:tgtEl>
                    </p:cond>
                  </p:endCondLst>
                </p:cTn>
                <p:tgtEl>
                  <p:spTgt spid="171"/>
                </p:tgtEl>
              </p:cMediaNode>
            </p:audio>
            <p:audio>
              <p:cMediaNode vol="80000">
                <p:cTn id="15" fill="hold" display="0">
                  <p:stCondLst>
                    <p:cond delay="indefinite"/>
                  </p:stCondLst>
                  <p:endCondLst>
                    <p:cond evt="onStopAudio" delay="0">
                      <p:tgtEl>
                        <p:sldTgt/>
                      </p:tgtEl>
                    </p:cond>
                  </p:endCondLst>
                </p:cTn>
                <p:tgtEl>
                  <p:spTgt spid="172"/>
                </p:tgtEl>
              </p:cMediaNode>
            </p:audio>
            <p:audio>
              <p:cMediaNode vol="80000">
                <p:cTn id="16" fill="hold" display="0">
                  <p:stCondLst>
                    <p:cond delay="indefinite"/>
                  </p:stCondLst>
                  <p:endCondLst>
                    <p:cond evt="onStopAudio" delay="0">
                      <p:tgtEl>
                        <p:sldTgt/>
                      </p:tgtEl>
                    </p:cond>
                  </p:endCondLst>
                </p:cTn>
                <p:tgtEl>
                  <p:spTgt spid="174"/>
                </p:tgtEl>
              </p:cMediaNode>
            </p:audio>
            <p:audio>
              <p:cMediaNode vol="80000">
                <p:cTn id="17" fill="hold" display="0">
                  <p:stCondLst>
                    <p:cond delay="indefinite"/>
                  </p:stCondLst>
                  <p:endCondLst>
                    <p:cond evt="onStopAudio" delay="0">
                      <p:tgtEl>
                        <p:sldTgt/>
                      </p:tgtEl>
                    </p:cond>
                  </p:endCondLst>
                </p:cTn>
                <p:tgtEl>
                  <p:spTgt spid="176"/>
                </p:tgtEl>
              </p:cMediaNode>
            </p:audio>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marL="0" lvl="0" indent="0" algn="ctr" rtl="0">
              <a:buNone/>
            </a:pPr>
            <a:r>
              <a:rPr lang="en-US" dirty="0"/>
              <a:t>Conclusion</a:t>
            </a:r>
          </a:p>
        </p:txBody>
      </p:sp>
      <p:sp>
        <p:nvSpPr>
          <p:cNvPr id="148" name="Google Shape;148;p10"/>
          <p:cNvSpPr txBox="1">
            <a:spLocks noGrp="1"/>
          </p:cNvSpPr>
          <p:nvPr>
            <p:ph type="body" idx="1"/>
          </p:nvPr>
        </p:nvSpPr>
        <p:spPr>
          <a:xfrm>
            <a:off x="850392" y="1371600"/>
            <a:ext cx="10570464" cy="420624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300"/>
              </a:spcAft>
              <a:buFont typeface="Wingdings" panose="05000000000000000000" pitchFamily="2" charset="2"/>
              <a:buChar char="Ø"/>
            </a:pPr>
            <a:r>
              <a:rPr lang="en-US" sz="2000" dirty="0">
                <a:latin typeface="FS PF BeauSans Pro"/>
                <a:ea typeface="FS PF BeauSans Pro"/>
                <a:cs typeface="FS PF BeauSans Pro"/>
              </a:rPr>
              <a:t>Nonverbal element to enhance the naturalness of TTS system, suitable for expand our TTS and incorporate with agentic conversation</a:t>
            </a:r>
          </a:p>
          <a:p>
            <a:pPr marL="495300" indent="-342900">
              <a:lnSpc>
                <a:spcPct val="110000"/>
              </a:lnSpc>
              <a:spcAft>
                <a:spcPts val="300"/>
              </a:spcAft>
              <a:buFont typeface="Wingdings" panose="05000000000000000000" pitchFamily="2" charset="2"/>
              <a:buChar char="Ø"/>
            </a:pPr>
            <a:r>
              <a:rPr lang="en-US" sz="2000" dirty="0">
                <a:latin typeface="FS PF BeauSans Pro"/>
                <a:ea typeface="FS PF BeauSans Pro"/>
                <a:cs typeface="FS PF BeauSans Pro"/>
              </a:rPr>
              <a:t>Built a pipeline that automatically creates Vietnamese TTS + NVV data: about </a:t>
            </a:r>
            <a:r>
              <a:rPr lang="en-US" sz="2000" b="1" dirty="0">
                <a:latin typeface="FS PF BeauSans Pro"/>
                <a:ea typeface="FS PF BeauSans Pro"/>
                <a:cs typeface="FS PF BeauSans Pro"/>
              </a:rPr>
              <a:t>811 h over 17 sound types</a:t>
            </a:r>
          </a:p>
          <a:p>
            <a:pPr marL="495300" indent="-342900">
              <a:lnSpc>
                <a:spcPct val="110000"/>
              </a:lnSpc>
              <a:spcAft>
                <a:spcPts val="300"/>
              </a:spcAft>
              <a:buFont typeface="Wingdings" panose="05000000000000000000" pitchFamily="2" charset="2"/>
              <a:buChar char="Ø"/>
            </a:pPr>
            <a:r>
              <a:rPr lang="en-US" sz="2000" dirty="0">
                <a:latin typeface="FS PF BeauSans Pro"/>
                <a:ea typeface="FS PF BeauSans Pro"/>
                <a:cs typeface="FS PF BeauSans Pro"/>
              </a:rPr>
              <a:t>Fine-tuned OmniVoice makes the right sound at the right place for </a:t>
            </a:r>
            <a:r>
              <a:rPr lang="en-US" sz="2000" b="1" dirty="0">
                <a:latin typeface="FS PF BeauSans Pro"/>
                <a:ea typeface="FS PF BeauSans Pro"/>
                <a:cs typeface="FS PF BeauSans Pro"/>
              </a:rPr>
              <a:t>50%</a:t>
            </a:r>
            <a:r>
              <a:rPr lang="en-US" sz="2000" dirty="0">
                <a:latin typeface="FS PF BeauSans Pro"/>
                <a:ea typeface="FS PF BeauSans Pro"/>
                <a:cs typeface="FS PF BeauSans Pro"/>
              </a:rPr>
              <a:t> of tags (vs 11.5%) and misses </a:t>
            </a:r>
            <a:r>
              <a:rPr lang="en-US" sz="2000" b="1" dirty="0">
                <a:latin typeface="FS PF BeauSans Pro"/>
                <a:ea typeface="FS PF BeauSans Pro"/>
                <a:cs typeface="FS PF BeauSans Pro"/>
              </a:rPr>
              <a:t>35%</a:t>
            </a:r>
            <a:r>
              <a:rPr lang="en-US" sz="2000" dirty="0">
                <a:latin typeface="FS PF BeauSans Pro"/>
                <a:ea typeface="FS PF BeauSans Pro"/>
                <a:cs typeface="FS PF BeauSans Pro"/>
              </a:rPr>
              <a:t> (vs 64%)</a:t>
            </a:r>
          </a:p>
          <a:p>
            <a:pPr marL="495300" indent="-342900">
              <a:lnSpc>
                <a:spcPct val="110000"/>
              </a:lnSpc>
              <a:spcAft>
                <a:spcPts val="300"/>
              </a:spcAft>
              <a:buFont typeface="Wingdings" panose="05000000000000000000" pitchFamily="2" charset="2"/>
              <a:buChar char="Ø"/>
            </a:pPr>
            <a:r>
              <a:rPr lang="en-US" sz="2000" dirty="0">
                <a:latin typeface="FS PF BeauSans Pro"/>
                <a:ea typeface="FS PF BeauSans Pro"/>
                <a:cs typeface="FS PF BeauSans Pro"/>
              </a:rPr>
              <a:t>Small cost on plain text (WER 3.93% → 4.78%) at RTF 0.06; listeners rate it highest on quality, naturalness and expressiveness</a:t>
            </a:r>
          </a:p>
          <a:p>
            <a:pPr marL="495300" indent="-342900">
              <a:lnSpc>
                <a:spcPct val="110000"/>
              </a:lnSpc>
              <a:buFont typeface="Wingdings" panose="05000000000000000000" pitchFamily="2" charset="2"/>
              <a:buChar char="Ø"/>
            </a:pPr>
            <a:r>
              <a:rPr lang="en-US" sz="2000" dirty="0">
                <a:latin typeface="FS PF BeauSans Pro"/>
                <a:ea typeface="FS PF BeauSans Pro"/>
                <a:cs typeface="FS PF BeauSans Pro"/>
              </a:rPr>
              <a:t>Next: a ViVoice-only baseline, and a test set covering all 17 sound types</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25</a:t>
            </a:fld>
            <a:endParaRPr lang="en-US" dirty="0"/>
          </a:p>
        </p:txBody>
      </p:sp>
    </p:spTree>
    <p:extLst>
      <p:ext uri="{BB962C8B-B14F-4D97-AF65-F5344CB8AC3E}">
        <p14:creationId xmlns:p14="http://schemas.microsoft.com/office/powerpoint/2010/main" val="58472357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31"/>
          <p:cNvSpPr txBox="1">
            <a:spLocks noGrp="1"/>
          </p:cNvSpPr>
          <p:nvPr>
            <p:ph type="ctrTitle"/>
          </p:nvPr>
        </p:nvSpPr>
        <p:spPr>
          <a:xfrm flipH="1">
            <a:off x="2632200" y="1832256"/>
            <a:ext cx="6927600" cy="1820400"/>
          </a:xfrm>
          <a:prstGeom prst="rect">
            <a:avLst/>
          </a:prstGeom>
          <a:noFill/>
          <a:ln>
            <a:noFill/>
          </a:ln>
        </p:spPr>
        <p:txBody>
          <a:bodyPr spcFirstLastPara="1" wrap="square" lIns="121900" tIns="121900" rIns="121900" bIns="121900" anchor="b" anchorCtr="0">
            <a:noAutofit/>
          </a:bodyPr>
          <a:lstStyle/>
          <a:p>
            <a:pPr marL="0" marR="0" lvl="0" indent="0" algn="l" rtl="0">
              <a:lnSpc>
                <a:spcPct val="100000"/>
              </a:lnSpc>
              <a:spcBef>
                <a:spcPts val="0"/>
              </a:spcBef>
              <a:spcAft>
                <a:spcPts val="0"/>
              </a:spcAft>
              <a:buClr>
                <a:srgbClr val="000000"/>
              </a:buClr>
              <a:buSzPts val="4800"/>
              <a:buFont typeface="Arial"/>
              <a:buNone/>
            </a:pPr>
            <a:r>
              <a:rPr lang="en-US" sz="6000" b="1" dirty="0">
                <a:solidFill>
                  <a:srgbClr val="FF0000"/>
                </a:solidFill>
                <a:latin typeface="FS Magistral Bold" panose="020B0804030204080304" pitchFamily="34" charset="0"/>
                <a:ea typeface="Roboto"/>
                <a:cs typeface="Roboto"/>
                <a:sym typeface="Roboto"/>
              </a:rPr>
              <a:t>Thank you</a:t>
            </a:r>
            <a:br>
              <a:rPr lang="en-US" sz="6000" b="1" dirty="0">
                <a:solidFill>
                  <a:srgbClr val="FF0000"/>
                </a:solidFill>
                <a:latin typeface="FS Magistral Bold" panose="020B0804030204080304" pitchFamily="34" charset="0"/>
                <a:ea typeface="Roboto"/>
                <a:cs typeface="Roboto"/>
                <a:sym typeface="Roboto"/>
              </a:rPr>
            </a:br>
            <a:r>
              <a:rPr lang="en-US" sz="6000" b="1" dirty="0">
                <a:solidFill>
                  <a:srgbClr val="FF0000"/>
                </a:solidFill>
                <a:latin typeface="FS Magistral Bold" panose="020B0804030204080304" pitchFamily="34" charset="0"/>
                <a:ea typeface="Roboto"/>
                <a:cs typeface="Roboto"/>
                <a:sym typeface="Roboto"/>
              </a:rPr>
              <a:t>for listening</a:t>
            </a:r>
            <a:r>
              <a:rPr lang="en-US" sz="6000" b="1" i="0" u="none" strike="noStrike" cap="none" dirty="0">
                <a:solidFill>
                  <a:srgbClr val="FF0000"/>
                </a:solidFill>
                <a:latin typeface="FS Magistral Bold" panose="020B0804030204080304" pitchFamily="34" charset="0"/>
                <a:ea typeface="Roboto"/>
                <a:cs typeface="Roboto"/>
                <a:sym typeface="Roboto"/>
              </a:rPr>
              <a:t> </a:t>
            </a:r>
            <a:endParaRPr sz="6000" b="1" i="0" u="none" strike="noStrike" cap="none" dirty="0">
              <a:solidFill>
                <a:srgbClr val="FF0000"/>
              </a:solidFill>
              <a:latin typeface="FS Magistral Bold" panose="020B0804030204080304" pitchFamily="34" charset="0"/>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r>
              <a:rPr lang="en-US" dirty="0"/>
              <a:t>Appendix: Speech data</a:t>
            </a:r>
          </a:p>
        </p:txBody>
      </p:sp>
      <p:sp>
        <p:nvSpPr>
          <p:cNvPr id="148" name="Google Shape;148;p10"/>
          <p:cNvSpPr txBox="1">
            <a:spLocks noGrp="1"/>
          </p:cNvSpPr>
          <p:nvPr>
            <p:ph type="body" idx="1"/>
          </p:nvPr>
        </p:nvSpPr>
        <p:spPr>
          <a:xfrm>
            <a:off x="548639" y="1990974"/>
            <a:ext cx="5486400" cy="4206240"/>
          </a:xfrm>
          <a:prstGeom prst="rect">
            <a:avLst/>
          </a:prstGeom>
          <a:noFill/>
          <a:ln>
            <a:noFill/>
          </a:ln>
        </p:spPr>
        <p:txBody>
          <a:bodyPr spcFirstLastPara="1" wrap="square" lIns="91425" tIns="91425" rIns="91425" bIns="91425" anchor="t" anchorCtr="0">
            <a:noAutofit/>
          </a:bodyPr>
          <a:lstStyle/>
          <a:p>
            <a:pPr marL="152400" indent="0" algn="l">
              <a:lnSpc>
                <a:spcPct val="110000"/>
              </a:lnSpc>
              <a:spcAft>
                <a:spcPts val="600"/>
              </a:spcAft>
              <a:buNone/>
            </a:pPr>
            <a:r>
              <a:rPr lang="en-US" sz="2000" b="1" dirty="0">
                <a:latin typeface="FS PF BeauSans Pro"/>
                <a:ea typeface="FS PF BeauSans Pro"/>
                <a:cs typeface="FS PF BeauSans Pro"/>
              </a:rPr>
              <a:t>Host recordings: real Vietnamese speech</a:t>
            </a:r>
          </a:p>
          <a:p>
            <a:pPr marL="495300" indent="-342900">
              <a:lnSpc>
                <a:spcPct val="110000"/>
              </a:lnSpc>
              <a:spcAft>
                <a:spcPts val="400"/>
              </a:spcAft>
              <a:buFont typeface="Wingdings" panose="05000000000000000000" pitchFamily="2" charset="2"/>
              <a:buChar char="Ø"/>
            </a:pPr>
            <a:r>
              <a:rPr lang="en-US" sz="1800" b="1" dirty="0">
                <a:latin typeface="FS PF BeauSans Pro"/>
                <a:ea typeface="FS PF BeauSans Pro"/>
                <a:cs typeface="FS PF BeauSans Pro"/>
              </a:rPr>
              <a:t>ViVoice</a:t>
            </a:r>
            <a:r>
              <a:rPr lang="en-US" sz="1800" dirty="0">
                <a:latin typeface="FS PF BeauSans Pro"/>
                <a:ea typeface="FS PF BeauSans Pro"/>
                <a:cs typeface="FS PF BeauSans Pro"/>
              </a:rPr>
              <a:t>: Vietnamese multi-speaker speech corpus</a:t>
            </a:r>
          </a:p>
          <a:p>
            <a:pPr marL="495300" indent="-342900">
              <a:lnSpc>
                <a:spcPct val="110000"/>
              </a:lnSpc>
              <a:spcAft>
                <a:spcPts val="400"/>
              </a:spcAft>
              <a:buFont typeface="Wingdings" panose="05000000000000000000" pitchFamily="2" charset="2"/>
              <a:buChar char="Ø"/>
            </a:pPr>
            <a:r>
              <a:rPr lang="en-US" sz="1800" b="1" dirty="0">
                <a:latin typeface="FS PF BeauSans Pro"/>
                <a:ea typeface="FS PF BeauSans Pro"/>
                <a:cs typeface="FS PF BeauSans Pro"/>
              </a:rPr>
              <a:t>Internal Pod cast dataset</a:t>
            </a:r>
            <a:r>
              <a:rPr lang="en-US" sz="1800" dirty="0">
                <a:latin typeface="FS PF BeauSans Pro"/>
                <a:ea typeface="FS PF BeauSans Pro"/>
                <a:cs typeface="FS PF BeauSans Pro"/>
              </a:rPr>
              <a:t>: Vietnamese multi-speaker long speech corpus</a:t>
            </a:r>
          </a:p>
          <a:p>
            <a:pPr marL="495300" indent="-342900">
              <a:lnSpc>
                <a:spcPct val="110000"/>
              </a:lnSpc>
              <a:buFont typeface="Wingdings" panose="05000000000000000000" pitchFamily="2" charset="2"/>
              <a:buChar char="Ø"/>
            </a:pPr>
            <a:r>
              <a:rPr lang="en-US" sz="1800" dirty="0">
                <a:latin typeface="FS PF BeauSans Pro"/>
                <a:ea typeface="FS PF BeauSans Pro"/>
                <a:cs typeface="FS PF BeauSans Pro"/>
              </a:rPr>
              <a:t>Natural, conversational speech with real pauses: the slots where NVVs are inserted</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27</a:t>
            </a:fld>
            <a:endParaRPr lang="en-US" dirty="0"/>
          </a:p>
        </p:txBody>
      </p:sp>
      <p:sp>
        <p:nvSpPr>
          <p:cNvPr id="150"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ViVoice: </a:t>
            </a:r>
            <a:r>
              <a:rPr lang="en-US" sz="900" dirty="0">
                <a:solidFill>
                  <a:srgbClr val="595959"/>
                </a:solidFill>
                <a:latin typeface="FS PF BeauSans Pro"/>
                <a:ea typeface="FS PF BeauSans Pro"/>
                <a:cs typeface="FS PF BeauSans Pro"/>
              </a:rPr>
              <a:t>capleaf, huggingface.co/datasets/capleaf/viVoice, 2024</a:t>
            </a:r>
          </a:p>
        </p:txBody>
      </p:sp>
      <p:sp>
        <p:nvSpPr>
          <p:cNvPr id="5" name="TextBox 4">
            <a:extLst>
              <a:ext uri="{FF2B5EF4-FFF2-40B4-BE49-F238E27FC236}">
                <a16:creationId xmlns:a16="http://schemas.microsoft.com/office/drawing/2014/main" id="{0938A490-75A6-82CB-B713-700B0D098A52}"/>
              </a:ext>
            </a:extLst>
          </p:cNvPr>
          <p:cNvSpPr txBox="1"/>
          <p:nvPr/>
        </p:nvSpPr>
        <p:spPr>
          <a:xfrm>
            <a:off x="6156962" y="4871334"/>
            <a:ext cx="5824728" cy="310896"/>
          </a:xfrm>
          <a:prstGeom prst="rect">
            <a:avLst/>
          </a:prstGeom>
          <a:noFill/>
        </p:spPr>
        <p:txBody>
          <a:bodyPr wrap="none" rtlCol="0">
            <a:spAutoFit/>
          </a:bodyPr>
          <a:lstStyle/>
          <a:p>
            <a:pPr algn="ctr"/>
            <a:r>
              <a:rPr lang="en-US" sz="1100" dirty="0">
                <a:solidFill>
                  <a:srgbClr val="262626"/>
                </a:solidFill>
                <a:latin typeface="FS PF BeauSans Pro"/>
                <a:ea typeface="FS PF BeauSans Pro"/>
                <a:cs typeface="FS PF BeauSans Pro"/>
              </a:rPr>
              <a:t>Table 2: ViVoice statistics</a:t>
            </a:r>
          </a:p>
        </p:txBody>
      </p:sp>
      <p:graphicFrame>
        <p:nvGraphicFramePr>
          <p:cNvPr id="151" name="Table ViVoice statistics"/>
          <p:cNvGraphicFramePr>
            <a:graphicFrameLocks noGrp="1"/>
          </p:cNvGraphicFramePr>
          <p:nvPr/>
        </p:nvGraphicFramePr>
        <p:xfrm>
          <a:off x="6156962" y="1990973"/>
          <a:ext cx="5824728" cy="2743200"/>
        </p:xfrm>
        <a:graphic>
          <a:graphicData uri="http://schemas.openxmlformats.org/drawingml/2006/table">
            <a:tbl>
              <a:tblPr firstRow="1"/>
              <a:tblGrid>
                <a:gridCol w="224028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2532888">
                  <a:extLst>
                    <a:ext uri="{9D8B030D-6E8A-4147-A177-3AD203B41FA5}">
                      <a16:colId xmlns:a16="http://schemas.microsoft.com/office/drawing/2014/main" val="20002"/>
                    </a:ext>
                  </a:extLst>
                </a:gridCol>
              </a:tblGrid>
              <a:tr h="274320">
                <a:tc>
                  <a:txBody>
                    <a:bodyPr/>
                    <a:lstStyle/>
                    <a:p>
                      <a:pPr algn="l"/>
                      <a:r>
                        <a:rPr lang="en-US" sz="1050" b="1" dirty="0">
                          <a:solidFill>
                            <a:srgbClr val="262626"/>
                          </a:solidFill>
                          <a:latin typeface="FS PF BeauSans Pro"/>
                          <a:ea typeface="FS PF BeauSans Pro"/>
                          <a:cs typeface="FS PF BeauSans Pro"/>
                        </a:rPr>
                        <a:t>Statistic</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050" b="1" dirty="0">
                          <a:solidFill>
                            <a:srgbClr val="262626"/>
                          </a:solidFill>
                          <a:latin typeface="FS PF BeauSans Pro"/>
                          <a:ea typeface="FS PF BeauSans Pro"/>
                          <a:cs typeface="FS PF BeauSans Pro"/>
                        </a:rPr>
                        <a:t>Value</a:t>
                      </a:r>
                    </a:p>
                  </a:txBody>
                  <a:tcPr marL="68580" marR="68580" marT="22860" marB="22860" anchor="ctr">
                    <a:lnL w="0">
                      <a:noFill/>
                    </a:lnL>
                    <a:lnR w="0">
                      <a:noFill/>
                    </a:lnR>
                    <a:lnT w="19050">
                      <a:solidFill>
                        <a:srgbClr val="262626"/>
                      </a:solidFill>
                    </a:lnT>
                    <a:lnB w="9525">
                      <a:solidFill>
                        <a:srgbClr val="262626"/>
                      </a:solidFill>
                    </a:lnB>
                    <a:noFill/>
                  </a:tcPr>
                </a:tc>
                <a:tc>
                  <a:txBody>
                    <a:bodyPr/>
                    <a:lstStyle/>
                    <a:p>
                      <a:pPr algn="ctr"/>
                      <a:r>
                        <a:rPr lang="en-US" sz="1050" b="1" dirty="0">
                          <a:solidFill>
                            <a:srgbClr val="262626"/>
                          </a:solidFill>
                          <a:latin typeface="FS PF BeauSans Pro"/>
                          <a:ea typeface="FS PF BeauSans Pro"/>
                          <a:cs typeface="FS PF BeauSans Pro"/>
                        </a:rPr>
                        <a:t>Unit / detail</a:t>
                      </a:r>
                    </a:p>
                  </a:txBody>
                  <a:tcPr marL="68580" marR="68580" marT="22860" marB="22860" anchor="ctr">
                    <a:lnL w="0">
                      <a:noFill/>
                    </a:lnL>
                    <a:lnR w="0">
                      <a:noFill/>
                    </a:lnR>
                    <a:lnT w="19050">
                      <a:solidFill>
                        <a:srgbClr val="262626"/>
                      </a:solidFill>
                    </a:lnT>
                    <a:lnB w="9525">
                      <a:solidFill>
                        <a:srgbClr val="262626"/>
                      </a:solidFill>
                    </a:lnB>
                    <a:noFill/>
                  </a:tcPr>
                </a:tc>
                <a:extLst>
                  <a:ext uri="{0D108BD9-81ED-4DB2-BD59-A6C34878D82A}">
                    <a16:rowId xmlns:a16="http://schemas.microsoft.com/office/drawing/2014/main" val="10000"/>
                  </a:ext>
                </a:extLst>
              </a:tr>
              <a:tr h="274320">
                <a:tc>
                  <a:txBody>
                    <a:bodyPr/>
                    <a:lstStyle/>
                    <a:p>
                      <a:pPr algn="l"/>
                      <a:r>
                        <a:rPr lang="en-US" sz="1050" dirty="0">
                          <a:solidFill>
                            <a:srgbClr val="262626"/>
                          </a:solidFill>
                          <a:latin typeface="FS PF BeauSans Pro"/>
                          <a:ea typeface="FS PF BeauSans Pro"/>
                          <a:cs typeface="FS PF BeauSans Pro"/>
                        </a:rPr>
                        <a:t>Total audio duration</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050" dirty="0">
                          <a:solidFill>
                            <a:srgbClr val="262626"/>
                          </a:solidFill>
                          <a:latin typeface="FS PF BeauSans Pro"/>
                          <a:ea typeface="FS PF BeauSans Pro"/>
                          <a:cs typeface="FS PF BeauSans Pro"/>
                        </a:rPr>
                        <a:t>1,016.97</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tc>
                  <a:txBody>
                    <a:bodyPr/>
                    <a:lstStyle/>
                    <a:p>
                      <a:pPr algn="ctr"/>
                      <a:r>
                        <a:rPr lang="en-US" sz="1050" dirty="0">
                          <a:solidFill>
                            <a:srgbClr val="262626"/>
                          </a:solidFill>
                          <a:latin typeface="FS PF BeauSans Pro"/>
                          <a:ea typeface="FS PF BeauSans Pro"/>
                          <a:cs typeface="FS PF BeauSans Pro"/>
                        </a:rPr>
                        <a:t>hours</a:t>
                      </a:r>
                    </a:p>
                  </a:txBody>
                  <a:tcPr marL="68580" marR="68580" marT="22860" marB="22860" anchor="ctr">
                    <a:lnL w="0">
                      <a:noFill/>
                    </a:lnL>
                    <a:lnR w="0">
                      <a:noFill/>
                    </a:lnR>
                    <a:lnT w="9525" cap="flat" cmpd="sng" algn="ctr">
                      <a:solidFill>
                        <a:srgbClr val="262626"/>
                      </a:solidFill>
                      <a:prstDash val="solid"/>
                      <a:round/>
                      <a:headEnd type="none" w="med" len="med"/>
                      <a:tailEnd type="none" w="med" len="med"/>
                    </a:lnT>
                    <a:lnB w="0">
                      <a:noFill/>
                    </a:lnB>
                    <a:noFill/>
                  </a:tcPr>
                </a:tc>
                <a:extLst>
                  <a:ext uri="{0D108BD9-81ED-4DB2-BD59-A6C34878D82A}">
                    <a16:rowId xmlns:a16="http://schemas.microsoft.com/office/drawing/2014/main" val="10001"/>
                  </a:ext>
                </a:extLst>
              </a:tr>
              <a:tr h="274320">
                <a:tc>
                  <a:txBody>
                    <a:bodyPr/>
                    <a:lstStyle/>
                    <a:p>
                      <a:pPr algn="l"/>
                      <a:r>
                        <a:rPr lang="en-US" sz="1050" dirty="0">
                          <a:solidFill>
                            <a:srgbClr val="262626"/>
                          </a:solidFill>
                          <a:latin typeface="FS PF BeauSans Pro"/>
                          <a:ea typeface="FS PF BeauSans Pro"/>
                          <a:cs typeface="FS PF BeauSans Pro"/>
                        </a:rPr>
                        <a:t>Number of utterances</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887,772</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utterances</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2"/>
                  </a:ext>
                </a:extLst>
              </a:tr>
              <a:tr h="274320">
                <a:tc>
                  <a:txBody>
                    <a:bodyPr/>
                    <a:lstStyle/>
                    <a:p>
                      <a:pPr algn="l"/>
                      <a:r>
                        <a:rPr lang="en-US" sz="1050" dirty="0">
                          <a:solidFill>
                            <a:srgbClr val="262626"/>
                          </a:solidFill>
                          <a:latin typeface="FS PF BeauSans Pro"/>
                          <a:ea typeface="FS PF BeauSans Pro"/>
                          <a:cs typeface="FS PF BeauSans Pro"/>
                        </a:rPr>
                        <a:t>Dataset size</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169</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GB</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3"/>
                  </a:ext>
                </a:extLst>
              </a:tr>
              <a:tr h="274320">
                <a:tc>
                  <a:txBody>
                    <a:bodyPr/>
                    <a:lstStyle/>
                    <a:p>
                      <a:pPr algn="l"/>
                      <a:r>
                        <a:rPr lang="en-US" sz="1050" dirty="0">
                          <a:solidFill>
                            <a:srgbClr val="262626"/>
                          </a:solidFill>
                          <a:latin typeface="FS PF BeauSans Pro"/>
                          <a:ea typeface="FS PF BeauSans Pro"/>
                          <a:cs typeface="FS PF BeauSans Pro"/>
                        </a:rPr>
                        <a:t>Estimated male proportion</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61.3%</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 3.02 percentage points (95% CI)</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4"/>
                  </a:ext>
                </a:extLst>
              </a:tr>
              <a:tr h="274320">
                <a:tc>
                  <a:txBody>
                    <a:bodyPr/>
                    <a:lstStyle/>
                    <a:p>
                      <a:pPr algn="l"/>
                      <a:r>
                        <a:rPr lang="en-US" sz="1050" dirty="0">
                          <a:solidFill>
                            <a:srgbClr val="262626"/>
                          </a:solidFill>
                          <a:latin typeface="FS PF BeauSans Pro"/>
                          <a:ea typeface="FS PF BeauSans Pro"/>
                          <a:cs typeface="FS PF BeauSans Pro"/>
                        </a:rPr>
                        <a:t>Mean utterance duration</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4.12</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seconds</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5"/>
                  </a:ext>
                </a:extLst>
              </a:tr>
              <a:tr h="274320">
                <a:tc>
                  <a:txBody>
                    <a:bodyPr/>
                    <a:lstStyle/>
                    <a:p>
                      <a:pPr algn="l"/>
                      <a:r>
                        <a:rPr lang="en-US" sz="1050" dirty="0">
                          <a:solidFill>
                            <a:srgbClr val="262626"/>
                          </a:solidFill>
                          <a:latin typeface="FS PF BeauSans Pro"/>
                          <a:ea typeface="FS PF BeauSans Pro"/>
                          <a:cs typeface="FS PF BeauSans Pro"/>
                        </a:rPr>
                        <a:t>25th percentile duration</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1.96</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seconds</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6"/>
                  </a:ext>
                </a:extLst>
              </a:tr>
              <a:tr h="274320">
                <a:tc>
                  <a:txBody>
                    <a:bodyPr/>
                    <a:lstStyle/>
                    <a:p>
                      <a:pPr algn="l"/>
                      <a:r>
                        <a:rPr lang="en-US" sz="1050" dirty="0">
                          <a:solidFill>
                            <a:srgbClr val="262626"/>
                          </a:solidFill>
                          <a:latin typeface="FS PF BeauSans Pro"/>
                          <a:ea typeface="FS PF BeauSans Pro"/>
                          <a:cs typeface="FS PF BeauSans Pro"/>
                        </a:rPr>
                        <a:t>75th percentile duration</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5.55</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seconds</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7"/>
                  </a:ext>
                </a:extLst>
              </a:tr>
              <a:tr h="274320">
                <a:tc>
                  <a:txBody>
                    <a:bodyPr/>
                    <a:lstStyle/>
                    <a:p>
                      <a:pPr algn="l"/>
                      <a:r>
                        <a:rPr lang="en-US" sz="1050" dirty="0">
                          <a:solidFill>
                            <a:srgbClr val="262626"/>
                          </a:solidFill>
                          <a:latin typeface="FS PF BeauSans Pro"/>
                          <a:ea typeface="FS PF BeauSans Pro"/>
                          <a:cs typeface="FS PF BeauSans Pro"/>
                        </a:rPr>
                        <a:t>Reported speaking rate</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243</a:t>
                      </a:r>
                    </a:p>
                  </a:txBody>
                  <a:tcPr marL="68580" marR="68580" marT="22860" marB="22860" anchor="ctr">
                    <a:lnL w="0">
                      <a:noFill/>
                    </a:lnL>
                    <a:lnR w="0">
                      <a:noFill/>
                    </a:lnR>
                    <a:lnT w="0">
                      <a:noFill/>
                    </a:lnT>
                    <a:lnB w="0">
                      <a:noFill/>
                    </a:lnB>
                    <a:noFill/>
                  </a:tcPr>
                </a:tc>
                <a:tc>
                  <a:txBody>
                    <a:bodyPr/>
                    <a:lstStyle/>
                    <a:p>
                      <a:pPr algn="ctr"/>
                      <a:r>
                        <a:rPr lang="en-US" sz="1050" dirty="0">
                          <a:solidFill>
                            <a:srgbClr val="262626"/>
                          </a:solidFill>
                          <a:latin typeface="FS PF BeauSans Pro"/>
                          <a:ea typeface="FS PF BeauSans Pro"/>
                          <a:cs typeface="FS PF BeauSans Pro"/>
                        </a:rPr>
                        <a:t>words/minute</a:t>
                      </a:r>
                    </a:p>
                  </a:txBody>
                  <a:tcPr marL="68580" marR="68580" marT="22860" marB="22860" anchor="ctr">
                    <a:lnL w="0">
                      <a:noFill/>
                    </a:lnL>
                    <a:lnR w="0">
                      <a:noFill/>
                    </a:lnR>
                    <a:lnT w="0">
                      <a:noFill/>
                    </a:lnT>
                    <a:lnB w="0">
                      <a:noFill/>
                    </a:lnB>
                    <a:noFill/>
                  </a:tcPr>
                </a:tc>
                <a:extLst>
                  <a:ext uri="{0D108BD9-81ED-4DB2-BD59-A6C34878D82A}">
                    <a16:rowId xmlns:a16="http://schemas.microsoft.com/office/drawing/2014/main" val="10008"/>
                  </a:ext>
                </a:extLst>
              </a:tr>
              <a:tr h="274320">
                <a:tc>
                  <a:txBody>
                    <a:bodyPr/>
                    <a:lstStyle/>
                    <a:p>
                      <a:pPr algn="l"/>
                      <a:r>
                        <a:rPr lang="en-US" sz="1050" dirty="0">
                          <a:solidFill>
                            <a:srgbClr val="262626"/>
                          </a:solidFill>
                          <a:latin typeface="FS PF BeauSans Pro"/>
                          <a:ea typeface="FS PF BeauSans Pro"/>
                          <a:cs typeface="FS PF BeauSans Pro"/>
                        </a:rPr>
                        <a:t>Estimated SI-SNR</a:t>
                      </a:r>
                    </a:p>
                  </a:txBody>
                  <a:tcPr marL="68580" marR="68580" marT="22860" marB="22860" anchor="ctr">
                    <a:lnL w="0">
                      <a:noFill/>
                    </a:lnL>
                    <a:lnR w="0">
                      <a:noFill/>
                    </a:lnR>
                    <a:lnT w="0">
                      <a:noFill/>
                    </a:lnT>
                    <a:lnB w="19050">
                      <a:solidFill>
                        <a:srgbClr val="262626"/>
                      </a:solidFill>
                    </a:lnB>
                    <a:noFill/>
                  </a:tcPr>
                </a:tc>
                <a:tc>
                  <a:txBody>
                    <a:bodyPr/>
                    <a:lstStyle/>
                    <a:p>
                      <a:pPr algn="ctr"/>
                      <a:r>
                        <a:rPr lang="en-US" sz="1050" dirty="0">
                          <a:solidFill>
                            <a:srgbClr val="262626"/>
                          </a:solidFill>
                          <a:latin typeface="FS PF BeauSans Pro"/>
                          <a:ea typeface="FS PF BeauSans Pro"/>
                          <a:cs typeface="FS PF BeauSans Pro"/>
                        </a:rPr>
                        <a:t>4.81</a:t>
                      </a:r>
                    </a:p>
                  </a:txBody>
                  <a:tcPr marL="68580" marR="68580" marT="22860" marB="22860" anchor="ctr">
                    <a:lnL w="0">
                      <a:noFill/>
                    </a:lnL>
                    <a:lnR w="0">
                      <a:noFill/>
                    </a:lnR>
                    <a:lnT w="0">
                      <a:noFill/>
                    </a:lnT>
                    <a:lnB w="19050">
                      <a:solidFill>
                        <a:srgbClr val="262626"/>
                      </a:solidFill>
                    </a:lnB>
                    <a:noFill/>
                  </a:tcPr>
                </a:tc>
                <a:tc>
                  <a:txBody>
                    <a:bodyPr/>
                    <a:lstStyle/>
                    <a:p>
                      <a:pPr algn="ctr"/>
                      <a:r>
                        <a:rPr lang="en-US" sz="1050" dirty="0">
                          <a:solidFill>
                            <a:srgbClr val="262626"/>
                          </a:solidFill>
                          <a:latin typeface="FS PF BeauSans Pro"/>
                          <a:ea typeface="FS PF BeauSans Pro"/>
                          <a:cs typeface="FS PF BeauSans Pro"/>
                        </a:rPr>
                        <a:t>dB</a:t>
                      </a:r>
                    </a:p>
                  </a:txBody>
                  <a:tcPr marL="68580" marR="68580" marT="22860" marB="22860" anchor="ctr">
                    <a:lnL w="0">
                      <a:noFill/>
                    </a:lnL>
                    <a:lnR w="0">
                      <a:noFill/>
                    </a:lnR>
                    <a:lnT w="0">
                      <a:noFill/>
                    </a:lnT>
                    <a:lnB w="19050">
                      <a:solidFill>
                        <a:srgbClr val="262626"/>
                      </a:solidFill>
                    </a:lnB>
                    <a:no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5847235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NVV clip pool</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Sources</a:t>
            </a:r>
            <a:r>
              <a:rPr lang="en-US" sz="1500" dirty="0">
                <a:latin typeface="FS PF BeauSans Pro"/>
                <a:ea typeface="FS PF BeauSans Pro"/>
                <a:cs typeface="FS PF BeauSans Pro"/>
              </a:rPr>
              <a:t>: VocalSound (test + validation splits only, so a classifier trained on its train split can still score our output), Nonspeech7k (breathing, crying, screaming, yawn), FSD50K and events cut from the tagged NVS-38K corpus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Locating events</a:t>
            </a:r>
            <a:r>
              <a:rPr lang="en-US" sz="1500" dirty="0">
                <a:latin typeface="FS PF BeauSans Pro"/>
                <a:ea typeface="FS PF BeauSans Pro"/>
                <a:cs typeface="FS PF BeauSans Pro"/>
              </a:rPr>
              <a:t>: NVS-38K captions are force-aligned (Qwen3-ForcedAligner) only to confirm the tag lies within 1 s of the dataset's own non-verbal region, which is what we cut; FSD50K clip labels are localised with FlexSED frame posteriors (≥ 0.5, gaps ≤ 0.3 s merged)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Trimming</a:t>
            </a:r>
            <a:r>
              <a:rPr lang="en-US" sz="1500" dirty="0">
                <a:latin typeface="FS PF BeauSans Pro"/>
                <a:ea typeface="FS PF BeauSans Pro"/>
                <a:cs typeface="FS PF BeauSans Pro"/>
              </a:rPr>
              <a:t>: edges tightened to the frame energy within ±0.2 s, then padded by 75 ms and faded by 10 ms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Kept only if</a:t>
            </a:r>
            <a:r>
              <a:rPr lang="en-US" sz="1500" dirty="0">
                <a:latin typeface="FS PF BeauSans Pro"/>
                <a:ea typeface="FS PF BeauSans Pro"/>
                <a:cs typeface="FS PF BeauSans Pro"/>
              </a:rPr>
              <a:t>: FlexSED scores its class ≥ 0.5 and no VocalSound class higher; no other labelled sound ≥ 0.5 over it; Qwen3-ASR hears no word; length is plausible for the class (e.g. 0.2–2.5 s breathing, 0.8–4.0 s yawn); SNR ≥ 6 dB; ≤ 0.1% clipped samples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Result</a:t>
            </a:r>
            <a:r>
              <a:rPr lang="en-US" sz="1500" dirty="0">
                <a:latin typeface="FS PF BeauSans Pro"/>
                <a:ea typeface="FS PF BeauSans Pro"/>
                <a:cs typeface="FS PF BeauSans Pro"/>
              </a:rPr>
              <a:t>: 17 classes, 6 from VocalSound and 11 added from the other sources (13,165 clips, 12.0 h)</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28</a:t>
            </a:fld>
            <a:endParaRPr lang="en-US" dirty="0"/>
          </a:p>
        </p:txBody>
      </p:sp>
      <p:sp>
        <p:nvSpPr>
          <p:cNvPr id="149" name="Footnote citations"/>
          <p:cNvSpPr txBox="1"/>
          <p:nvPr/>
        </p:nvSpPr>
        <p:spPr>
          <a:xfrm>
            <a:off x="411480" y="5669280"/>
            <a:ext cx="8869680" cy="109728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FlexSED: </a:t>
            </a:r>
            <a:r>
              <a:rPr lang="en-US" sz="900" dirty="0">
                <a:solidFill>
                  <a:srgbClr val="595959"/>
                </a:solidFill>
                <a:latin typeface="FS PF BeauSans Pro"/>
                <a:ea typeface="FS PF BeauSans Pro"/>
                <a:cs typeface="FS PF BeauSans Pro"/>
              </a:rPr>
              <a:t>Hai et al., arXiv:2509.18606, 2025</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a:p>
            <a:pPr>
              <a:buNone/>
            </a:pPr>
            <a:r>
              <a:rPr lang="en-US" sz="900" b="1" dirty="0">
                <a:solidFill>
                  <a:srgbClr val="595959"/>
                </a:solidFill>
                <a:latin typeface="FS PF BeauSans Pro"/>
                <a:ea typeface="FS PF BeauSans Pro"/>
                <a:cs typeface="FS PF BeauSans Pro"/>
              </a:rPr>
              <a:t>VocalSound: </a:t>
            </a:r>
            <a:r>
              <a:rPr lang="en-US" sz="900" dirty="0">
                <a:solidFill>
                  <a:srgbClr val="595959"/>
                </a:solidFill>
                <a:latin typeface="FS PF BeauSans Pro"/>
                <a:ea typeface="FS PF BeauSans Pro"/>
                <a:cs typeface="FS PF BeauSans Pro"/>
              </a:rPr>
              <a:t>Gong et al., ICASSP 2022</a:t>
            </a:r>
          </a:p>
          <a:p>
            <a:pPr>
              <a:buNone/>
            </a:pPr>
            <a:r>
              <a:rPr lang="en-US" sz="900" b="1" dirty="0">
                <a:solidFill>
                  <a:srgbClr val="595959"/>
                </a:solidFill>
                <a:latin typeface="FS PF BeauSans Pro"/>
                <a:ea typeface="FS PF BeauSans Pro"/>
                <a:cs typeface="FS PF BeauSans Pro"/>
              </a:rPr>
              <a:t>FSD50K: </a:t>
            </a:r>
            <a:r>
              <a:rPr lang="en-US" sz="900" dirty="0">
                <a:solidFill>
                  <a:srgbClr val="595959"/>
                </a:solidFill>
                <a:latin typeface="FS PF BeauSans Pro"/>
                <a:ea typeface="FS PF BeauSans Pro"/>
                <a:cs typeface="FS PF BeauSans Pro"/>
              </a:rPr>
              <a:t>Fonseca et al., IEEE/ACM TASLP 2022</a:t>
            </a:r>
          </a:p>
          <a:p>
            <a:pPr>
              <a:buNone/>
            </a:pPr>
            <a:r>
              <a:rPr lang="en-US" sz="900" b="1" dirty="0">
                <a:solidFill>
                  <a:srgbClr val="595959"/>
                </a:solidFill>
                <a:latin typeface="FS PF BeauSans Pro"/>
                <a:ea typeface="FS PF BeauSans Pro"/>
                <a:cs typeface="FS PF BeauSans Pro"/>
              </a:rPr>
              <a:t>Nonspeech7k: </a:t>
            </a:r>
            <a:r>
              <a:rPr lang="en-US" sz="900" dirty="0">
                <a:solidFill>
                  <a:srgbClr val="595959"/>
                </a:solidFill>
                <a:latin typeface="FS PF BeauSans Pro"/>
                <a:ea typeface="FS PF BeauSans Pro"/>
                <a:cs typeface="FS PF BeauSans Pro"/>
              </a:rPr>
              <a:t>IET Signal Processing; zenodo.org/records/6967442</a:t>
            </a:r>
          </a:p>
          <a:p>
            <a:pPr>
              <a:buNone/>
            </a:pPr>
            <a:r>
              <a:rPr lang="en-US" sz="900" b="1" dirty="0">
                <a:solidFill>
                  <a:srgbClr val="595959"/>
                </a:solidFill>
                <a:latin typeface="FS PF BeauSans Pro"/>
                <a:ea typeface="FS PF BeauSans Pro"/>
                <a:cs typeface="FS PF BeauSans Pro"/>
              </a:rPr>
              <a:t>NVS-38K: </a:t>
            </a:r>
            <a:r>
              <a:rPr lang="en-US" sz="900" dirty="0">
                <a:solidFill>
                  <a:srgbClr val="595959"/>
                </a:solidFill>
                <a:latin typeface="FS PF BeauSans Pro"/>
                <a:ea typeface="FS PF BeauSans Pro"/>
                <a:cs typeface="FS PF BeauSans Pro"/>
              </a:rPr>
              <a:t>Ye et al., arXiv:2508.05385, 2025</a:t>
            </a:r>
          </a:p>
        </p:txBody>
      </p:sp>
    </p:spTree>
    <p:extLst>
      <p:ext uri="{BB962C8B-B14F-4D97-AF65-F5344CB8AC3E}">
        <p14:creationId xmlns:p14="http://schemas.microsoft.com/office/powerpoint/2010/main" val="5847235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Pause detection</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Why pauses first</a:t>
            </a:r>
            <a:r>
              <a:rPr lang="en-US" sz="1500" dirty="0">
                <a:latin typeface="FS PF BeauSans Pro"/>
                <a:ea typeface="FS PF BeauSans Pro"/>
                <a:cs typeface="FS PF BeauSans Pro"/>
              </a:rPr>
              <a:t>: following SynParaSpeech, find where an NVV could go before choosing; placing a tag first and aligning it later put the nearest real pause a median 2.02 s away on a 20-utterance pilot</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Pauses</a:t>
            </a:r>
            <a:r>
              <a:rPr lang="en-US" sz="1500" dirty="0">
                <a:latin typeface="FS PF BeauSans Pro"/>
                <a:ea typeface="FS PF BeauSans Pro"/>
                <a:cs typeface="FS PF BeauSans Pro"/>
              </a:rPr>
              <a:t>: Silero VAD finds speech regions; regions &lt; 0.10 s apart are merged (stop closures and glottal breaks are not pauses); gaps are trimmed by 0.05 s each side and kept if ≥ 0.12 s; silence before the first and after the last word is ignored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Word boundaries</a:t>
            </a:r>
            <a:r>
              <a:rPr lang="en-US" sz="1500" dirty="0">
                <a:latin typeface="FS PF BeauSans Pro"/>
                <a:ea typeface="FS PF BeauSans Pro"/>
                <a:cs typeface="FS PF BeauSans Pro"/>
              </a:rPr>
              <a:t>: ViVoice transcripts have no timing, so Qwen3-ForcedAligner aligns the untagged transcript to the audio</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Slots</a:t>
            </a:r>
            <a:r>
              <a:rPr lang="en-US" sz="1500" dirty="0">
                <a:latin typeface="FS PF BeauSans Pro"/>
                <a:ea typeface="FS PF BeauSans Pro"/>
                <a:cs typeface="FS PF BeauSans Pro"/>
              </a:rPr>
              <a:t>: a pause overlapping the gap between two aligned words becomes a slot (the longer one if two share a gap); each slot stores its midpoint and the character offset of the next word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Safety</a:t>
            </a:r>
            <a:r>
              <a:rPr lang="en-US" sz="1500" dirty="0">
                <a:latin typeface="FS PF BeauSans Pro"/>
                <a:ea typeface="FS PF BeauSans Pro"/>
                <a:cs typeface="FS PF BeauSans Pro"/>
              </a:rPr>
              <a:t>: if any word cannot be matched back to the transcript in order, the utterance gets no slots and is skipped</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29</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SynParaSpeech: </a:t>
            </a:r>
            <a:r>
              <a:rPr lang="en-US" sz="900" dirty="0">
                <a:solidFill>
                  <a:srgbClr val="595959"/>
                </a:solidFill>
                <a:latin typeface="FS PF BeauSans Pro"/>
                <a:ea typeface="FS PF BeauSans Pro"/>
                <a:cs typeface="FS PF BeauSans Pro"/>
              </a:rPr>
              <a:t>Bai et al., arXiv:2509.14946, 2025</a:t>
            </a:r>
          </a:p>
          <a:p>
            <a:pPr>
              <a:buNone/>
            </a:pPr>
            <a:r>
              <a:rPr lang="en-US" sz="900" b="1" dirty="0">
                <a:solidFill>
                  <a:srgbClr val="595959"/>
                </a:solidFill>
                <a:latin typeface="FS PF BeauSans Pro"/>
                <a:ea typeface="FS PF BeauSans Pro"/>
                <a:cs typeface="FS PF BeauSans Pro"/>
              </a:rPr>
              <a:t>Silero VAD: </a:t>
            </a:r>
            <a:r>
              <a:rPr lang="en-US" sz="900" dirty="0">
                <a:solidFill>
                  <a:srgbClr val="595959"/>
                </a:solidFill>
                <a:latin typeface="FS PF BeauSans Pro"/>
                <a:ea typeface="FS PF BeauSans Pro"/>
                <a:cs typeface="FS PF BeauSans Pro"/>
              </a:rPr>
              <a:t>Silero Team, github.com/snakers4/silero-vad, 2024</a:t>
            </a:r>
          </a:p>
          <a:p>
            <a:pPr>
              <a:buNone/>
            </a:pPr>
            <a:r>
              <a:rPr lang="en-US" sz="900" b="1" dirty="0">
                <a:solidFill>
                  <a:srgbClr val="595959"/>
                </a:solidFill>
                <a:latin typeface="FS PF BeauSans Pro"/>
                <a:ea typeface="FS PF BeauSans Pro"/>
                <a:cs typeface="FS PF BeauSans Pro"/>
              </a:rPr>
              <a:t>Qwen3-ASR / Qwen3-ForcedAligner: </a:t>
            </a:r>
            <a:r>
              <a:rPr lang="en-US" sz="900" dirty="0">
                <a:solidFill>
                  <a:srgbClr val="595959"/>
                </a:solidFill>
                <a:latin typeface="FS PF BeauSans Pro"/>
                <a:ea typeface="FS PF BeauSans Pro"/>
                <a:cs typeface="FS PF BeauSans Pro"/>
              </a:rPr>
              <a:t>Qwen Team, arXiv:2601.21337, 2026</a:t>
            </a:r>
          </a:p>
        </p:txBody>
      </p:sp>
    </p:spTree>
    <p:extLst>
      <p:ext uri="{BB962C8B-B14F-4D97-AF65-F5344CB8AC3E}">
        <p14:creationId xmlns:p14="http://schemas.microsoft.com/office/powerpoint/2010/main" val="58472357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Tag selection</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Model</a:t>
            </a:r>
            <a:r>
              <a:rPr lang="en-US" sz="1500" dirty="0">
                <a:latin typeface="FS PF BeauSans Pro"/>
                <a:ea typeface="FS PF BeauSans Pro"/>
                <a:cs typeface="FS PF BeauSans Pro"/>
              </a:rPr>
              <a:t>: Qwen3-Omni-30B-A3B-Instruct, served locally with vLLM; it receives the recording and the transcript with numbered slot markers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Task</a:t>
            </a:r>
            <a:r>
              <a:rPr lang="en-US" sz="1500" dirty="0">
                <a:latin typeface="FS PF BeauSans Pro"/>
                <a:ea typeface="FS PF BeauSans Pro"/>
                <a:cs typeface="FS PF BeauSans Pro"/>
              </a:rPr>
              <a:t>: listen to the delivery and answer in JSON with the one slot where a non-verbal sound is most plausible and the one tag that fits, or {"slot": null} if none suits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Decoding</a:t>
            </a:r>
            <a:r>
              <a:rPr lang="en-US" sz="1500" dirty="0">
                <a:latin typeface="FS PF BeauSans Pro"/>
                <a:ea typeface="FS PF BeauSans Pro"/>
                <a:cs typeface="FS PF BeauSans Pro"/>
              </a:rPr>
              <a:t>: temperature 0.2, top-p 0.95; an invalid reply is retried (up to 3 attempts); a null answer skips the utterance</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Alignment by construction</a:t>
            </a:r>
            <a:r>
              <a:rPr lang="en-US" sz="1500" dirty="0">
                <a:latin typeface="FS PF BeauSans Pro"/>
                <a:ea typeface="FS PF BeauSans Pro"/>
                <a:cs typeface="FS PF BeauSans Pro"/>
              </a:rPr>
              <a:t>: the LLM never writes transcript text; the tag is inserted in code at the chosen slot and the audio is spliced at the same slot</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Tag balancer</a:t>
            </a:r>
            <a:r>
              <a:rPr lang="en-US" sz="1500" dirty="0">
                <a:latin typeface="FS PF BeauSans Pro"/>
                <a:ea typeface="FS PF BeauSans Pro"/>
                <a:cs typeface="FS PF BeauSans Pro"/>
              </a:rPr>
              <a:t>: on the pilot the model chose only laughter and sigh; the balancer withholds any tag holding too large a share until the others catch up, giving 10,190–13,522 utterances per tag</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30</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Qwen3-Omni: </a:t>
            </a:r>
            <a:r>
              <a:rPr lang="en-US" sz="900" dirty="0">
                <a:solidFill>
                  <a:srgbClr val="595959"/>
                </a:solidFill>
                <a:latin typeface="FS PF BeauSans Pro"/>
                <a:ea typeface="FS PF BeauSans Pro"/>
                <a:cs typeface="FS PF BeauSans Pro"/>
              </a:rPr>
              <a:t>Qwen Team, arXiv:2509.17765, 2025</a:t>
            </a:r>
          </a:p>
        </p:txBody>
      </p:sp>
    </p:spTree>
    <p:extLst>
      <p:ext uri="{BB962C8B-B14F-4D97-AF65-F5344CB8AC3E}">
        <p14:creationId xmlns:p14="http://schemas.microsoft.com/office/powerpoint/2010/main" val="5847235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Clip selection</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Pre-filter</a:t>
            </a:r>
            <a:r>
              <a:rPr lang="en-US" sz="1500" dirty="0">
                <a:latin typeface="FS PF BeauSans Pro"/>
                <a:ea typeface="FS PF BeauSans Pro"/>
                <a:cs typeface="FS PF BeauSans Pro"/>
              </a:rPr>
              <a:t>: clips with peak &lt; 0.05, shorter than 0.35 s after trimming, or &gt; 1% samples at full scale are excluded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Four measures</a:t>
            </a:r>
            <a:r>
              <a:rPr lang="en-US" sz="1500" dirty="0">
                <a:latin typeface="FS PF BeauSans Pro"/>
                <a:ea typeface="FS PF BeauSans Pro"/>
                <a:cs typeface="FS PF BeauSans Pro"/>
              </a:rPr>
              <a:t>, on the clip and on the 2.5 s of speech before the cut: intensity (crest-factor and duration rank vs. the speaker's loudness rank), clarity (SNR from the 90th/10th percentile of 20 ms frame RMS), tempo (envelope peaks per second, laughter only), tilt (slope of the log envelope)</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Not matched</a:t>
            </a:r>
            <a:r>
              <a:rPr lang="en-US" sz="1500" dirty="0">
                <a:latin typeface="FS PF BeauSans Pro"/>
                <a:ea typeface="FS PF BeauSans Pro"/>
                <a:cs typeface="FS PF BeauSans Pro"/>
              </a:rPr>
              <a:t>: timbre and pitch, because voice conversion rebuilds them</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Weighting</a:t>
            </a:r>
            <a:r>
              <a:rPr lang="en-US" sz="1500" dirty="0">
                <a:latin typeface="FS PF BeauSans Pro"/>
                <a:ea typeface="FS PF BeauSans Pro"/>
                <a:cs typeface="FS PF BeauSans Pro"/>
              </a:rPr>
              <a:t>: each distance d is divided by a tolerance (0.35 rank, 12 dB, 1 octave, 18 dB) and weighted by w = 1.0, 1.5, 1.0, 0.5; a clip is drawn with probability proportional to exp(−Σ w·d)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Sampling, not nearest</a:t>
            </a:r>
            <a:r>
              <a:rPr lang="en-US" sz="1500" dirty="0">
                <a:latin typeface="FS PF BeauSans Pro"/>
                <a:ea typeface="FS PF BeauSans Pro"/>
                <a:cs typeface="FS PF BeauSans Pro"/>
              </a:rPr>
              <a:t>: every usable clip stays in play, and the intensity target is drawn around the speaker's own rank, so a soft-spoken speaker still sometimes gets a loud laugh</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31</a:t>
            </a:fld>
            <a:endParaRPr lang="en-US" dirty="0"/>
          </a:p>
        </p:txBody>
      </p:sp>
    </p:spTree>
    <p:extLst>
      <p:ext uri="{BB962C8B-B14F-4D97-AF65-F5344CB8AC3E}">
        <p14:creationId xmlns:p14="http://schemas.microsoft.com/office/powerpoint/2010/main" val="5847235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Voice conversion</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Pre-processing</a:t>
            </a:r>
            <a:r>
              <a:rPr lang="en-US" sz="1500" dirty="0">
                <a:latin typeface="FS PF BeauSans Pro"/>
                <a:ea typeface="FS PF BeauSans Pro"/>
                <a:cs typeface="FS PF BeauSans Pro"/>
              </a:rPr>
              <a:t>: the clip is trimmed of silence, peak-normalised to 0.95 and zero-padded to at least 1 s, as Seed-VC's input chunking requires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Conversion</a:t>
            </a:r>
            <a:r>
              <a:rPr lang="en-US" sz="1500" dirty="0">
                <a:latin typeface="FS PF BeauSans Pro"/>
                <a:ea typeface="FS PF BeauSans Pro"/>
                <a:cs typeface="FS PF BeauSans Pro"/>
              </a:rPr>
              <a:t>: Seed-VC v1, 50 diffusion steps, classifier-free guidance 0.7, length adjustment 1.0, at 22.05 kHz; the output is trimmed again</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Voice reference</a:t>
            </a:r>
            <a:r>
              <a:rPr lang="en-US" sz="1500" dirty="0">
                <a:latin typeface="FS PF BeauSans Pro"/>
                <a:ea typeface="FS PF BeauSans Pro"/>
                <a:cs typeface="FS PF BeauSans Pro"/>
              </a:rPr>
              <a:t>: the host utterance itself, so the event takes on the host speaker's timbre</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Pitch conditioning off</a:t>
            </a:r>
            <a:r>
              <a:rPr lang="en-US" sz="1500" dirty="0">
                <a:latin typeface="FS PF BeauSans Pro"/>
                <a:ea typeface="FS PF BeauSans Pro"/>
                <a:cs typeface="FS PF BeauSans Pro"/>
              </a:rPr>
              <a:t>: its pitch tracker (RMVPE) is built for speech and singing and fails on coughs, sniffs and throat clearing</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Not seeded</a:t>
            </a:r>
            <a:r>
              <a:rPr lang="en-US" sz="1500" dirty="0">
                <a:latin typeface="FS PF BeauSans Pro"/>
                <a:ea typeface="FS PF BeauSans Pro"/>
                <a:cs typeface="FS PF BeauSans Pro"/>
              </a:rPr>
              <a:t>: diffusion is random, so a take rejected by the filter can simply be re-rendered</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32</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Seed-VC: </a:t>
            </a:r>
            <a:r>
              <a:rPr lang="en-US" sz="900" dirty="0">
                <a:solidFill>
                  <a:srgbClr val="595959"/>
                </a:solidFill>
                <a:latin typeface="FS PF BeauSans Pro"/>
                <a:ea typeface="FS PF BeauSans Pro"/>
                <a:cs typeface="FS PF BeauSans Pro"/>
              </a:rPr>
              <a:t>Liu, arXiv:2411.09943, 2024</a:t>
            </a:r>
          </a:p>
        </p:txBody>
      </p:sp>
    </p:spTree>
    <p:extLst>
      <p:ext uri="{BB962C8B-B14F-4D97-AF65-F5344CB8AC3E}">
        <p14:creationId xmlns:p14="http://schemas.microsoft.com/office/powerpoint/2010/main" val="58472357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Splicing</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Loudness</a:t>
            </a:r>
            <a:r>
              <a:rPr lang="en-US" sz="1500" dirty="0">
                <a:latin typeface="FS PF BeauSans Pro"/>
                <a:ea typeface="FS PF BeauSans Pro"/>
                <a:cs typeface="FS PF BeauSans Pro"/>
              </a:rPr>
              <a:t>: event RMS set to that of the 2.5 s of speech before the cut plus a per-class offset (laughter +3 dB, sneeze +4, cough +2, throat clearing −2, sigh −4, sniff −5); peak capped at 1.5× the speech's 99.9th percentile</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Cut and fades</a:t>
            </a:r>
            <a:r>
              <a:rPr lang="en-US" sz="1500" dirty="0">
                <a:latin typeface="FS PF BeauSans Pro"/>
                <a:ea typeface="FS PF BeauSans Pro"/>
                <a:cs typeface="FS PF BeauSans Pro"/>
              </a:rPr>
              <a:t>: the recording is cut at the slot midpoint; 50 ms exponential fades on all four edges keep the sharp onset of a laugh or cough that a cosine fade would soften</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Pause targets</a:t>
            </a:r>
            <a:r>
              <a:rPr lang="en-US" sz="1500" dirty="0">
                <a:latin typeface="FS PF BeauSans Pro"/>
                <a:ea typeface="FS PF BeauSans Pro"/>
                <a:cs typeface="FS PF BeauSans Pro"/>
              </a:rPr>
              <a:t>: T_pre = Tp · s_g · s_pre(c), T_post = Tp · s_g · s_post(c), with Tp the speaker's median pause (0.04–0.40 s); events that empty the lungs get a longer beat after, e.g. laughter (0.6, 1.4), sigh (0.5, 1.2)</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Never shorten</a:t>
            </a:r>
            <a:r>
              <a:rPr lang="en-US" sz="1500" dirty="0">
                <a:latin typeface="FS PF BeauSans Pro"/>
                <a:ea typeface="FS PF BeauSans Pro"/>
                <a:cs typeface="FS PF BeauSans Pro"/>
              </a:rPr>
              <a:t>: only max(0, T − T_existing) of silence is added, filled with the recording's own quietest 100 ms (generated white noise audibly hissed)</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Output</a:t>
            </a:r>
            <a:r>
              <a:rPr lang="en-US" sz="1500" dirty="0">
                <a:latin typeface="FS PF BeauSans Pro"/>
                <a:ea typeface="FS PF BeauSans Pro"/>
                <a:cs typeface="FS PF BeauSans Pro"/>
              </a:rPr>
              <a:t>: peak-normalised to 0.95, 16-bit PCM at 22.05 kHz, with the tag inserted at the same slot in the transcript</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33</a:t>
            </a:fld>
            <a:endParaRPr lang="en-US" dirty="0"/>
          </a:p>
        </p:txBody>
      </p:sp>
    </p:spTree>
    <p:extLst>
      <p:ext uri="{BB962C8B-B14F-4D97-AF65-F5344CB8AC3E}">
        <p14:creationId xmlns:p14="http://schemas.microsoft.com/office/powerpoint/2010/main" val="58472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Appendix: Filter</a:t>
            </a:r>
          </a:p>
        </p:txBody>
      </p:sp>
      <p:sp>
        <p:nvSpPr>
          <p:cNvPr id="148" name="Google Shape;148;p10"/>
          <p:cNvSpPr txBox="1">
            <a:spLocks noGrp="1"/>
          </p:cNvSpPr>
          <p:nvPr>
            <p:ph type="body" idx="1"/>
          </p:nvPr>
        </p:nvSpPr>
        <p:spPr>
          <a:xfrm>
            <a:off x="548640" y="1280160"/>
            <a:ext cx="10972800" cy="4526280"/>
          </a:xfrm>
          <a:prstGeom prst="rect">
            <a:avLst/>
          </a:prstGeom>
          <a:noFill/>
          <a:ln>
            <a:noFill/>
          </a:ln>
        </p:spPr>
        <p:txBody>
          <a:bodyPr spcFirstLastPara="1" wrap="square" lIns="91425" tIns="91425" rIns="91425" bIns="91425" anchor="t" anchorCtr="0">
            <a:noAutofit/>
          </a:bodyPr>
          <a:lstStyle/>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Scorer</a:t>
            </a:r>
            <a:r>
              <a:rPr lang="en-US" sz="1500" dirty="0">
                <a:latin typeface="FS PF BeauSans Pro"/>
                <a:ea typeface="FS PF BeauSans Pro"/>
                <a:cs typeface="FS PF BeauSans Pro"/>
              </a:rPr>
              <a:t>: NISQA v2.0, a no-reference predictor of MOS and four quality dimensions, run on both the source and the spliced recording</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Kept if</a:t>
            </a:r>
            <a:r>
              <a:rPr lang="en-US" sz="1500" dirty="0">
                <a:latin typeface="FS PF BeauSans Pro"/>
                <a:ea typeface="FS PF BeauSans Pro"/>
                <a:cs typeface="FS PF BeauSans Pro"/>
              </a:rPr>
              <a:t>: MOS drops by ≤ 0.5, discontinuity drops by ≤ 0.22 (an audible seam at the splice), and boundary activity at the cut is ≤ 1.2</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Boundary activity</a:t>
            </a:r>
            <a:r>
              <a:rPr lang="en-US" sz="1500" dirty="0">
                <a:latin typeface="FS PF BeauSans Pro"/>
                <a:ea typeface="FS PF BeauSans Pro"/>
                <a:cs typeface="FS PF BeauSans Pro"/>
              </a:rPr>
              <a:t>: RMS of the 50 ms on each side of the cut ÷ RMS of that whole side, on the source (0 = cut in silence, ≈ 1 = cut in speech); catches cuts inside loud speech that the fades hide from NISQA</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Drops, not absolute scores</a:t>
            </a:r>
            <a:r>
              <a:rPr lang="en-US" sz="1500" dirty="0">
                <a:latin typeface="FS PF BeauSans Pro"/>
                <a:ea typeface="FS PF BeauSans Pro"/>
                <a:cs typeface="FS PF BeauSans Pro"/>
              </a:rPr>
              <a:t>: an absolute floor would mostly measure how clean the source corpus was</a:t>
            </a:r>
          </a:p>
          <a:p>
            <a:pPr marL="495300" indent="-342900">
              <a:lnSpc>
                <a:spcPct val="110000"/>
              </a:lnSpc>
              <a:spcAft>
                <a:spcPts val="500"/>
              </a:spcAft>
              <a:buFont typeface="Wingdings" panose="05000000000000000000" pitchFamily="2" charset="2"/>
              <a:buChar char="Ø"/>
            </a:pPr>
            <a:r>
              <a:rPr lang="en-US" sz="1500" b="1" dirty="0">
                <a:latin typeface="FS PF BeauSans Pro"/>
                <a:ea typeface="FS PF BeauSans Pro"/>
                <a:cs typeface="FS PF BeauSans Pro"/>
              </a:rPr>
              <a:t>Calibration</a:t>
            </a:r>
            <a:r>
              <a:rPr lang="en-US" sz="1500" dirty="0">
                <a:latin typeface="FS PF BeauSans Pro"/>
                <a:ea typeface="FS PF BeauSans Pro"/>
                <a:cs typeface="FS PF BeauSans Pro"/>
              </a:rPr>
              <a:t>: thresholds set on a 20-utterance pilot (MOS threshold removes one clear outlier; the others chosen by listening)</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34</a:t>
            </a:fld>
            <a:endParaRPr lang="en-US" dirty="0"/>
          </a:p>
        </p:txBody>
      </p:sp>
      <p:sp>
        <p:nvSpPr>
          <p:cNvPr id="149" name="Footnote citations"/>
          <p:cNvSpPr txBox="1"/>
          <p:nvPr/>
        </p:nvSpPr>
        <p:spPr>
          <a:xfrm>
            <a:off x="411480" y="5852160"/>
            <a:ext cx="8869680" cy="914400"/>
          </a:xfrm>
          <a:prstGeom prst="rect">
            <a:avLst/>
          </a:prstGeom>
          <a:noFill/>
          <a:ln>
            <a:noFill/>
          </a:ln>
        </p:spPr>
        <p:txBody>
          <a:bodyPr wrap="square" lIns="45720" tIns="45720" rIns="45720" bIns="45720" anchor="b">
            <a:noAutofit/>
          </a:bodyPr>
          <a:lstStyle/>
          <a:p>
            <a:pPr>
              <a:buNone/>
            </a:pPr>
            <a:r>
              <a:rPr lang="en-US" sz="900" b="1" dirty="0">
                <a:solidFill>
                  <a:srgbClr val="595959"/>
                </a:solidFill>
                <a:latin typeface="FS PF BeauSans Pro"/>
                <a:ea typeface="FS PF BeauSans Pro"/>
                <a:cs typeface="FS PF BeauSans Pro"/>
              </a:rPr>
              <a:t>NISQA: </a:t>
            </a:r>
            <a:r>
              <a:rPr lang="en-US" sz="900" dirty="0">
                <a:solidFill>
                  <a:srgbClr val="595959"/>
                </a:solidFill>
                <a:latin typeface="FS PF BeauSans Pro"/>
                <a:ea typeface="FS PF BeauSans Pro"/>
                <a:cs typeface="FS PF BeauSans Pro"/>
              </a:rPr>
              <a:t>Mittag et al., Interspeech 2021</a:t>
            </a:r>
          </a:p>
        </p:txBody>
      </p:sp>
    </p:spTree>
    <p:extLst>
      <p:ext uri="{BB962C8B-B14F-4D97-AF65-F5344CB8AC3E}">
        <p14:creationId xmlns:p14="http://schemas.microsoft.com/office/powerpoint/2010/main" val="584723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0"/>
          <p:cNvSpPr txBox="1">
            <a:spLocks noGrp="1"/>
          </p:cNvSpPr>
          <p:nvPr>
            <p:ph type="ctrTitle"/>
          </p:nvPr>
        </p:nvSpPr>
        <p:spPr>
          <a:xfrm>
            <a:off x="822960" y="466344"/>
            <a:ext cx="10543032" cy="731520"/>
          </a:xfrm>
          <a:prstGeom prst="rect">
            <a:avLst/>
          </a:prstGeom>
          <a:noFill/>
          <a:ln>
            <a:noFill/>
          </a:ln>
        </p:spPr>
        <p:txBody>
          <a:bodyPr spcFirstLastPara="1" wrap="square" lIns="91425" tIns="91425" rIns="91425" bIns="91425" anchor="t" anchorCtr="0">
            <a:noAutofit/>
          </a:bodyPr>
          <a:lstStyle/>
          <a:p>
            <a:pPr algn="ctr">
              <a:buNone/>
            </a:pPr>
            <a:r>
              <a:rPr lang="en-US" dirty="0"/>
              <a:t>References</a:t>
            </a:r>
          </a:p>
        </p:txBody>
      </p:sp>
      <p:sp>
        <p:nvSpPr>
          <p:cNvPr id="148" name="Google Shape;148;p10"/>
          <p:cNvSpPr txBox="1">
            <a:spLocks noGrp="1"/>
          </p:cNvSpPr>
          <p:nvPr>
            <p:ph type="body" idx="1"/>
          </p:nvPr>
        </p:nvSpPr>
        <p:spPr>
          <a:xfrm>
            <a:off x="411480" y="1234440"/>
            <a:ext cx="5577840" cy="5029200"/>
          </a:xfrm>
          <a:prstGeom prst="rect">
            <a:avLst/>
          </a:prstGeom>
          <a:noFill/>
          <a:ln>
            <a:noFill/>
          </a:ln>
        </p:spPr>
        <p:txBody>
          <a:bodyPr spcFirstLastPara="1" wrap="square" lIns="91425" tIns="91425" rIns="91425" bIns="91425" anchor="t" anchorCtr="0">
            <a:noAutofit/>
          </a:bodyPr>
          <a:lstStyle/>
          <a:p>
            <a:pPr marL="365760" indent="-365760">
              <a:spcAft>
                <a:spcPts val="400"/>
              </a:spcAft>
              <a:buNone/>
            </a:pPr>
            <a:r>
              <a:rPr lang="en-US" sz="950" b="1" dirty="0">
                <a:solidFill>
                  <a:srgbClr val="EE0033"/>
                </a:solidFill>
                <a:latin typeface="FS PF BeauSans Pro"/>
                <a:ea typeface="FS PF BeauSans Pro"/>
                <a:cs typeface="FS PF BeauSans Pro"/>
              </a:rPr>
              <a:t>[1]	</a:t>
            </a:r>
            <a:r>
              <a:rPr lang="en-US" sz="950" dirty="0">
                <a:solidFill>
                  <a:srgbClr val="262626"/>
                </a:solidFill>
                <a:latin typeface="FS PF BeauSans Pro"/>
                <a:ea typeface="FS PF BeauSans Pro"/>
                <a:cs typeface="FS PF BeauSans Pro"/>
              </a:rPr>
              <a:t>H. Zhu, L. Ye, W. Kang, Z. Yao, L. Guo, F. Kuang, Z. Han, W. Zhuang, L. Lin, D. Povey. OmniVoice: Towards Omnilingual Zero-Shot Text-to-Speech with Diffusion Language Models. arXiv:2604.00688, 2026.</a:t>
            </a:r>
          </a:p>
          <a:p>
            <a:pPr marL="365760" indent="-365760">
              <a:spcAft>
                <a:spcPts val="400"/>
              </a:spcAft>
              <a:buNone/>
            </a:pPr>
            <a:r>
              <a:rPr lang="en-US" sz="950" b="1" dirty="0">
                <a:solidFill>
                  <a:srgbClr val="EE0033"/>
                </a:solidFill>
                <a:latin typeface="FS PF BeauSans Pro"/>
                <a:ea typeface="FS PF BeauSans Pro"/>
                <a:cs typeface="FS PF BeauSans Pro"/>
              </a:rPr>
              <a:t>[2]	</a:t>
            </a:r>
            <a:r>
              <a:rPr lang="en-US" sz="950" dirty="0">
                <a:solidFill>
                  <a:srgbClr val="262626"/>
                </a:solidFill>
                <a:latin typeface="FS PF BeauSans Pro"/>
                <a:ea typeface="FS PF BeauSans Pro"/>
                <a:cs typeface="FS PF BeauSans Pro"/>
              </a:rPr>
              <a:t>Qwen Team. Qwen3-Omni Technical Report. arXiv:2509.17765, 2025.</a:t>
            </a:r>
          </a:p>
          <a:p>
            <a:pPr marL="365760" indent="-365760">
              <a:spcAft>
                <a:spcPts val="400"/>
              </a:spcAft>
              <a:buNone/>
            </a:pPr>
            <a:r>
              <a:rPr lang="en-US" sz="950" b="1" dirty="0">
                <a:solidFill>
                  <a:srgbClr val="EE0033"/>
                </a:solidFill>
                <a:latin typeface="FS PF BeauSans Pro"/>
                <a:ea typeface="FS PF BeauSans Pro"/>
                <a:cs typeface="FS PF BeauSans Pro"/>
              </a:rPr>
              <a:t>[3]	</a:t>
            </a:r>
            <a:r>
              <a:rPr lang="en-US" sz="950" dirty="0">
                <a:solidFill>
                  <a:srgbClr val="262626"/>
                </a:solidFill>
                <a:latin typeface="FS PF BeauSans Pro"/>
                <a:ea typeface="FS PF BeauSans Pro"/>
                <a:cs typeface="FS PF BeauSans Pro"/>
              </a:rPr>
              <a:t>Qwen Team. Qwen3-ASR Technical Report (incl. Qwen3-ForcedAligner). arXiv:2601.21337, 2026.</a:t>
            </a:r>
          </a:p>
          <a:p>
            <a:pPr marL="365760" indent="-365760">
              <a:spcAft>
                <a:spcPts val="400"/>
              </a:spcAft>
              <a:buNone/>
            </a:pPr>
            <a:r>
              <a:rPr lang="en-US" sz="950" b="1" dirty="0">
                <a:solidFill>
                  <a:srgbClr val="EE0033"/>
                </a:solidFill>
                <a:latin typeface="FS PF BeauSans Pro"/>
                <a:ea typeface="FS PF BeauSans Pro"/>
                <a:cs typeface="FS PF BeauSans Pro"/>
              </a:rPr>
              <a:t>[4]	</a:t>
            </a:r>
            <a:r>
              <a:rPr lang="en-US" sz="950" dirty="0">
                <a:solidFill>
                  <a:srgbClr val="262626"/>
                </a:solidFill>
                <a:latin typeface="FS PF BeauSans Pro"/>
                <a:ea typeface="FS PF BeauSans Pro"/>
                <a:cs typeface="FS PF BeauSans Pro"/>
              </a:rPr>
              <a:t>Silero Team. Silero VAD: pre-trained enterprise-grade Voice Activity Detector. github.com/snakers4/silero-vad, 2024.</a:t>
            </a:r>
          </a:p>
          <a:p>
            <a:pPr marL="365760" indent="-365760">
              <a:spcAft>
                <a:spcPts val="400"/>
              </a:spcAft>
              <a:buNone/>
            </a:pPr>
            <a:r>
              <a:rPr lang="en-US" sz="950" b="1" dirty="0">
                <a:solidFill>
                  <a:srgbClr val="EE0033"/>
                </a:solidFill>
                <a:latin typeface="FS PF BeauSans Pro"/>
                <a:ea typeface="FS PF BeauSans Pro"/>
                <a:cs typeface="FS PF BeauSans Pro"/>
              </a:rPr>
              <a:t>[5]	</a:t>
            </a:r>
            <a:r>
              <a:rPr lang="en-US" sz="950" dirty="0">
                <a:solidFill>
                  <a:srgbClr val="262626"/>
                </a:solidFill>
                <a:latin typeface="FS PF BeauSans Pro"/>
                <a:ea typeface="FS PF BeauSans Pro"/>
                <a:cs typeface="FS PF BeauSans Pro"/>
              </a:rPr>
              <a:t>J. Hai, H. Wang, W. Guo, M. Elhilali. FlexSED: Towards Open-Vocabulary Sound Event Detection. arXiv:2509.18606, 2025.</a:t>
            </a:r>
          </a:p>
          <a:p>
            <a:pPr marL="365760" indent="-365760">
              <a:spcAft>
                <a:spcPts val="400"/>
              </a:spcAft>
              <a:buNone/>
            </a:pPr>
            <a:r>
              <a:rPr lang="en-US" sz="950" b="1" dirty="0">
                <a:solidFill>
                  <a:srgbClr val="EE0033"/>
                </a:solidFill>
                <a:latin typeface="FS PF BeauSans Pro"/>
                <a:ea typeface="FS PF BeauSans Pro"/>
                <a:cs typeface="FS PF BeauSans Pro"/>
              </a:rPr>
              <a:t>[6]	</a:t>
            </a:r>
            <a:r>
              <a:rPr lang="en-US" sz="950" dirty="0">
                <a:solidFill>
                  <a:srgbClr val="262626"/>
                </a:solidFill>
                <a:latin typeface="FS PF BeauSans Pro"/>
                <a:ea typeface="FS PF BeauSans Pro"/>
                <a:cs typeface="FS PF BeauSans Pro"/>
              </a:rPr>
              <a:t>S. Liu. Zero-shot Voice Conversion with Diffusion Transformers (Seed-VC). arXiv:2411.09943, 2024.</a:t>
            </a:r>
          </a:p>
          <a:p>
            <a:pPr marL="365760" indent="-365760">
              <a:spcAft>
                <a:spcPts val="400"/>
              </a:spcAft>
              <a:buNone/>
            </a:pPr>
            <a:r>
              <a:rPr lang="en-US" sz="950" b="1" dirty="0">
                <a:solidFill>
                  <a:srgbClr val="EE0033"/>
                </a:solidFill>
                <a:latin typeface="FS PF BeauSans Pro"/>
                <a:ea typeface="FS PF BeauSans Pro"/>
                <a:cs typeface="FS PF BeauSans Pro"/>
              </a:rPr>
              <a:t>[7]	</a:t>
            </a:r>
            <a:r>
              <a:rPr lang="en-US" sz="950" dirty="0">
                <a:solidFill>
                  <a:srgbClr val="262626"/>
                </a:solidFill>
                <a:latin typeface="FS PF BeauSans Pro"/>
                <a:ea typeface="FS PF BeauSans Pro"/>
                <a:cs typeface="FS PF BeauSans Pro"/>
              </a:rPr>
              <a:t>G. Mittag, B. Naderi, A. Chehadi, S. Möller. NISQA: A Deep CNN-Self-Attention Model for Multidimensional Speech Quality Prediction with Crowdsourced Datasets. Proc. Interspeech, 2021.</a:t>
            </a:r>
          </a:p>
          <a:p>
            <a:pPr marL="365760" indent="-365760">
              <a:spcAft>
                <a:spcPts val="400"/>
              </a:spcAft>
              <a:buNone/>
            </a:pPr>
            <a:r>
              <a:rPr lang="en-US" sz="950" b="1" dirty="0">
                <a:solidFill>
                  <a:srgbClr val="EE0033"/>
                </a:solidFill>
                <a:latin typeface="FS PF BeauSans Pro"/>
                <a:ea typeface="FS PF BeauSans Pro"/>
                <a:cs typeface="FS PF BeauSans Pro"/>
              </a:rPr>
              <a:t>[8]	</a:t>
            </a:r>
            <a:r>
              <a:rPr lang="en-US" sz="950" dirty="0">
                <a:solidFill>
                  <a:srgbClr val="262626"/>
                </a:solidFill>
                <a:latin typeface="FS PF BeauSans Pro"/>
                <a:ea typeface="FS PF BeauSans Pro"/>
                <a:cs typeface="FS PF BeauSans Pro"/>
              </a:rPr>
              <a:t>B. Bai, Q. Lu, et al. SynParaSpeech: Automated Synthesis of Paralinguistic Datasets for Speech Generation and Understanding. arXiv:2509.14946, 2025.</a:t>
            </a:r>
          </a:p>
          <a:p>
            <a:pPr marL="365760" indent="-365760">
              <a:spcAft>
                <a:spcPts val="400"/>
              </a:spcAft>
              <a:buNone/>
            </a:pPr>
            <a:r>
              <a:rPr lang="en-US" sz="950" b="1" dirty="0">
                <a:solidFill>
                  <a:srgbClr val="EE0033"/>
                </a:solidFill>
                <a:latin typeface="FS PF BeauSans Pro"/>
                <a:ea typeface="FS PF BeauSans Pro"/>
                <a:cs typeface="FS PF BeauSans Pro"/>
              </a:rPr>
              <a:t>[9]	</a:t>
            </a:r>
            <a:r>
              <a:rPr lang="en-US" sz="950" dirty="0">
                <a:solidFill>
                  <a:srgbClr val="262626"/>
                </a:solidFill>
                <a:latin typeface="FS PF BeauSans Pro"/>
                <a:ea typeface="FS PF BeauSans Pro"/>
                <a:cs typeface="FS PF BeauSans Pro"/>
              </a:rPr>
              <a:t>capleaf. viVoice: Enabling Vietnamese Multi-Speaker Speech Synthesis. huggingface.co/datasets/capleaf/viVoice, 2024.</a:t>
            </a:r>
          </a:p>
          <a:p>
            <a:pPr marL="365760" indent="-365760">
              <a:spcAft>
                <a:spcPts val="400"/>
              </a:spcAft>
              <a:buNone/>
            </a:pPr>
            <a:r>
              <a:rPr lang="en-US" sz="950" b="1" dirty="0">
                <a:solidFill>
                  <a:srgbClr val="EE0033"/>
                </a:solidFill>
                <a:latin typeface="FS PF BeauSans Pro"/>
                <a:ea typeface="FS PF BeauSans Pro"/>
                <a:cs typeface="FS PF BeauSans Pro"/>
              </a:rPr>
              <a:t>[10]	</a:t>
            </a:r>
            <a:r>
              <a:rPr lang="en-US" sz="950" dirty="0">
                <a:solidFill>
                  <a:srgbClr val="262626"/>
                </a:solidFill>
                <a:latin typeface="FS PF BeauSans Pro"/>
                <a:ea typeface="FS PF BeauSans Pro"/>
                <a:cs typeface="FS PF BeauSans Pro"/>
              </a:rPr>
              <a:t>Y. Gong, J. Yu, J. Glass. VocalSound: A Dataset for Improving Human Vocal Sounds Recognition. Proc. ICASSP, 2022.</a:t>
            </a:r>
          </a:p>
        </p:txBody>
      </p:sp>
      <p:sp>
        <p:nvSpPr>
          <p:cNvPr id="2" name="Slide Number Placeholder 1">
            <a:extLst>
              <a:ext uri="{FF2B5EF4-FFF2-40B4-BE49-F238E27FC236}">
                <a16:creationId xmlns:a16="http://schemas.microsoft.com/office/drawing/2014/main" id="{249CE59B-DD91-4B3A-8ACA-10EA59D7C3EE}"/>
              </a:ext>
            </a:extLst>
          </p:cNvPr>
          <p:cNvSpPr>
            <a:spLocks noGrp="1"/>
          </p:cNvSpPr>
          <p:nvPr>
            <p:ph type="sldNum" idx="12"/>
          </p:nvPr>
        </p:nvSpPr>
        <p:spPr/>
        <p:txBody>
          <a:bodyPr/>
          <a:lstStyle/>
          <a:p>
            <a:pPr marL="0" lvl="0" indent="0" algn="ctr" rtl="0">
              <a:spcBef>
                <a:spcPts val="0"/>
              </a:spcBef>
              <a:spcAft>
                <a:spcPts val="0"/>
              </a:spcAft>
              <a:buNone/>
            </a:pPr>
            <a:fld id="{00000000-1234-1234-1234-123412341234}" type="slidenum">
              <a:rPr lang="en-US" smtClean="0"/>
              <a:t>35</a:t>
            </a:fld>
            <a:endParaRPr lang="en-US" dirty="0"/>
          </a:p>
        </p:txBody>
      </p:sp>
      <p:sp>
        <p:nvSpPr>
          <p:cNvPr id="149" name="References (continued)"/>
          <p:cNvSpPr txBox="1"/>
          <p:nvPr/>
        </p:nvSpPr>
        <p:spPr>
          <a:xfrm>
            <a:off x="6172200" y="1234440"/>
            <a:ext cx="5577840" cy="5029200"/>
          </a:xfrm>
          <a:prstGeom prst="rect">
            <a:avLst/>
          </a:prstGeom>
          <a:noFill/>
          <a:ln>
            <a:noFill/>
          </a:ln>
        </p:spPr>
        <p:txBody>
          <a:bodyPr wrap="square" lIns="45720" tIns="45720" rIns="45720" bIns="45720" anchor="t">
            <a:noAutofit/>
          </a:bodyPr>
          <a:lstStyle/>
          <a:p>
            <a:pPr marL="365760" indent="-365760">
              <a:spcAft>
                <a:spcPts val="400"/>
              </a:spcAft>
              <a:buNone/>
            </a:pPr>
            <a:r>
              <a:rPr lang="en-US" sz="950" b="1" dirty="0">
                <a:solidFill>
                  <a:srgbClr val="EE0033"/>
                </a:solidFill>
                <a:latin typeface="FS PF BeauSans Pro"/>
                <a:ea typeface="FS PF BeauSans Pro"/>
                <a:cs typeface="FS PF BeauSans Pro"/>
              </a:rPr>
              <a:t>[11]	</a:t>
            </a:r>
            <a:r>
              <a:rPr lang="en-US" sz="950" dirty="0">
                <a:solidFill>
                  <a:srgbClr val="262626"/>
                </a:solidFill>
                <a:latin typeface="FS PF BeauSans Pro"/>
                <a:ea typeface="FS PF BeauSans Pro"/>
                <a:cs typeface="FS PF BeauSans Pro"/>
              </a:rPr>
              <a:t>E. Fonseca, X. Favory, J. Pons, F. Font, X. Serra. FSD50K: An Open Dataset of Human-Labeled Sound Events. IEEE/ACM TASLP 30:829–852, 2022.</a:t>
            </a:r>
          </a:p>
          <a:p>
            <a:pPr marL="365760" indent="-365760">
              <a:spcAft>
                <a:spcPts val="400"/>
              </a:spcAft>
              <a:buNone/>
            </a:pPr>
            <a:r>
              <a:rPr lang="en-US" sz="950" b="1" dirty="0">
                <a:solidFill>
                  <a:srgbClr val="EE0033"/>
                </a:solidFill>
                <a:latin typeface="FS PF BeauSans Pro"/>
                <a:ea typeface="FS PF BeauSans Pro"/>
                <a:cs typeface="FS PF BeauSans Pro"/>
              </a:rPr>
              <a:t>[12]	</a:t>
            </a:r>
            <a:r>
              <a:rPr lang="en-US" sz="950" dirty="0">
                <a:solidFill>
                  <a:srgbClr val="262626"/>
                </a:solidFill>
                <a:latin typeface="FS PF BeauSans Pro"/>
                <a:ea typeface="FS PF BeauSans Pro"/>
                <a:cs typeface="FS PF BeauSans Pro"/>
              </a:rPr>
              <a:t>Nonspeech7k dataset: Classification and analysis of human non-speech sound. IET Signal Processing; data: zenodo.org/records/6967442.</a:t>
            </a:r>
          </a:p>
          <a:p>
            <a:pPr marL="365760" indent="-365760">
              <a:spcAft>
                <a:spcPts val="400"/>
              </a:spcAft>
              <a:buNone/>
            </a:pPr>
            <a:r>
              <a:rPr lang="en-US" sz="950" b="1" dirty="0">
                <a:solidFill>
                  <a:srgbClr val="EE0033"/>
                </a:solidFill>
                <a:latin typeface="FS PF BeauSans Pro"/>
                <a:ea typeface="FS PF BeauSans Pro"/>
                <a:cs typeface="FS PF BeauSans Pro"/>
              </a:rPr>
              <a:t>[13]	</a:t>
            </a:r>
            <a:r>
              <a:rPr lang="en-US" sz="950" dirty="0">
                <a:solidFill>
                  <a:srgbClr val="262626"/>
                </a:solidFill>
                <a:latin typeface="FS PF BeauSans Pro"/>
                <a:ea typeface="FS PF BeauSans Pro"/>
                <a:cs typeface="FS PF BeauSans Pro"/>
              </a:rPr>
              <a:t>R. Ye, Y. Zhou, R. Yu, Z. Lin, K. Li, X. Li, X. Liu, G. Zeng, Z. Wu. A Scalable Pipeline for Enabling Non-Verbal Speech Generation and Understanding (NonVerbalSpeech-38K). arXiv:2508.05385, 2025.</a:t>
            </a:r>
          </a:p>
          <a:p>
            <a:pPr marL="365760" indent="-365760">
              <a:spcAft>
                <a:spcPts val="400"/>
              </a:spcAft>
              <a:buNone/>
            </a:pPr>
            <a:r>
              <a:rPr lang="en-US" sz="950" b="1" dirty="0">
                <a:solidFill>
                  <a:srgbClr val="EE0033"/>
                </a:solidFill>
                <a:latin typeface="FS PF BeauSans Pro"/>
                <a:ea typeface="FS PF BeauSans Pro"/>
                <a:cs typeface="FS PF BeauSans Pro"/>
              </a:rPr>
              <a:t>[14]	</a:t>
            </a:r>
            <a:r>
              <a:rPr lang="en-US" sz="950" dirty="0">
                <a:solidFill>
                  <a:srgbClr val="262626"/>
                </a:solidFill>
                <a:latin typeface="FS PF BeauSans Pro"/>
                <a:ea typeface="FS PF BeauSans Pro"/>
                <a:cs typeface="FS PF BeauSans Pro"/>
              </a:rPr>
              <a:t>capleaf. viXTTS (XTTS-v2 fine-tuned on viVoice). huggingface.co/capleaf/viXTTS, 2024; base model: E. Casanova et al. XTTS: a Massively Multilingual Zero-Shot Text-to-Speech Model. Proc. Interspeech, 2024.</a:t>
            </a:r>
          </a:p>
          <a:p>
            <a:pPr marL="365760" indent="-365760">
              <a:spcAft>
                <a:spcPts val="400"/>
              </a:spcAft>
              <a:buNone/>
            </a:pPr>
            <a:r>
              <a:rPr lang="en-US" sz="950" b="1" dirty="0">
                <a:solidFill>
                  <a:srgbClr val="EE0033"/>
                </a:solidFill>
                <a:latin typeface="FS PF BeauSans Pro"/>
                <a:ea typeface="FS PF BeauSans Pro"/>
                <a:cs typeface="FS PF BeauSans Pro"/>
              </a:rPr>
              <a:t>[15]	</a:t>
            </a:r>
            <a:r>
              <a:rPr lang="en-US" sz="950" dirty="0">
                <a:solidFill>
                  <a:srgbClr val="262626"/>
                </a:solidFill>
                <a:latin typeface="FS PF BeauSans Pro"/>
                <a:ea typeface="FS PF BeauSans Pro"/>
                <a:cs typeface="FS PF BeauSans Pro"/>
              </a:rPr>
              <a:t>Y. Chen et al. F5-TTS: A Fairytaler that Fakes Fluent and Faithful Speech with Flow Matching. arXiv:2410.06885, 2024.</a:t>
            </a:r>
          </a:p>
          <a:p>
            <a:pPr marL="365760" indent="-365760">
              <a:spcAft>
                <a:spcPts val="400"/>
              </a:spcAft>
              <a:buNone/>
            </a:pPr>
            <a:r>
              <a:rPr lang="en-US" sz="950" b="1" dirty="0">
                <a:solidFill>
                  <a:srgbClr val="EE0033"/>
                </a:solidFill>
                <a:latin typeface="FS PF BeauSans Pro"/>
                <a:ea typeface="FS PF BeauSans Pro"/>
                <a:cs typeface="FS PF BeauSans Pro"/>
              </a:rPr>
              <a:t>[16]	</a:t>
            </a:r>
            <a:r>
              <a:rPr lang="en-US" sz="950" dirty="0">
                <a:solidFill>
                  <a:srgbClr val="262626"/>
                </a:solidFill>
                <a:latin typeface="FS PF BeauSans Pro"/>
                <a:ea typeface="FS PF BeauSans Pro"/>
                <a:cs typeface="FS PF BeauSans Pro"/>
              </a:rPr>
              <a:t>VietVoice-TTS. [source to add]</a:t>
            </a:r>
          </a:p>
          <a:p>
            <a:pPr marL="365760" indent="-365760">
              <a:spcAft>
                <a:spcPts val="400"/>
              </a:spcAft>
              <a:buNone/>
            </a:pPr>
            <a:r>
              <a:rPr lang="en-US" sz="950" b="1" dirty="0">
                <a:solidFill>
                  <a:srgbClr val="EE0033"/>
                </a:solidFill>
                <a:latin typeface="FS PF BeauSans Pro"/>
                <a:ea typeface="FS PF BeauSans Pro"/>
                <a:cs typeface="FS PF BeauSans Pro"/>
              </a:rPr>
              <a:t>[17]	</a:t>
            </a:r>
            <a:r>
              <a:rPr lang="en-US" sz="950" dirty="0">
                <a:solidFill>
                  <a:srgbClr val="262626"/>
                </a:solidFill>
                <a:latin typeface="FS PF BeauSans Pro"/>
                <a:ea typeface="FS PF BeauSans Pro"/>
                <a:cs typeface="FS PF BeauSans Pro"/>
              </a:rPr>
              <a:t>P. N. N. Bao. VieNeu-TTS: Vietnamese on-device TTS with voice cloning. github.com/pnnbao97/VieNeu-TTS.</a:t>
            </a:r>
          </a:p>
          <a:p>
            <a:pPr marL="365760" indent="-365760">
              <a:spcAft>
                <a:spcPts val="400"/>
              </a:spcAft>
              <a:buNone/>
            </a:pPr>
            <a:r>
              <a:rPr lang="en-US" sz="950" b="1" dirty="0">
                <a:solidFill>
                  <a:srgbClr val="EE0033"/>
                </a:solidFill>
                <a:latin typeface="FS PF BeauSans Pro"/>
                <a:ea typeface="FS PF BeauSans Pro"/>
                <a:cs typeface="FS PF BeauSans Pro"/>
              </a:rPr>
              <a:t>[18]	</a:t>
            </a:r>
            <a:r>
              <a:rPr lang="en-US" sz="950" dirty="0">
                <a:solidFill>
                  <a:srgbClr val="262626"/>
                </a:solidFill>
                <a:latin typeface="FS PF BeauSans Pro"/>
                <a:ea typeface="FS PF BeauSans Pro"/>
                <a:cs typeface="FS PF BeauSans Pro"/>
              </a:rPr>
              <a:t>Fish Audio. OpenAudio S1. huggingface.co/fishaudio/openaudio-s1-mini, 2025.</a:t>
            </a:r>
          </a:p>
          <a:p>
            <a:pPr marL="365760" indent="-365760">
              <a:spcAft>
                <a:spcPts val="400"/>
              </a:spcAft>
              <a:buNone/>
            </a:pPr>
            <a:r>
              <a:rPr lang="en-US" sz="950" b="1" dirty="0">
                <a:solidFill>
                  <a:srgbClr val="EE0033"/>
                </a:solidFill>
                <a:latin typeface="FS PF BeauSans Pro"/>
                <a:ea typeface="FS PF BeauSans Pro"/>
                <a:cs typeface="FS PF BeauSans Pro"/>
              </a:rPr>
              <a:t>[19]	</a:t>
            </a:r>
            <a:r>
              <a:rPr lang="en-US" sz="950" dirty="0">
                <a:solidFill>
                  <a:srgbClr val="262626"/>
                </a:solidFill>
                <a:latin typeface="FS PF BeauSans Pro"/>
                <a:ea typeface="FS PF BeauSans Pro"/>
                <a:cs typeface="FS PF BeauSans Pro"/>
              </a:rPr>
              <a:t>Z. Yao et al. Zipformer: A Faster and Better Encoder for Automatic Speech Recognition. Proc. ICLR, 2024.</a:t>
            </a:r>
          </a:p>
          <a:p>
            <a:pPr marL="365760" indent="-365760">
              <a:spcAft>
                <a:spcPts val="400"/>
              </a:spcAft>
              <a:buNone/>
            </a:pPr>
            <a:r>
              <a:rPr lang="en-US" sz="950" b="1" dirty="0">
                <a:solidFill>
                  <a:srgbClr val="EE0033"/>
                </a:solidFill>
                <a:latin typeface="FS PF BeauSans Pro"/>
                <a:ea typeface="FS PF BeauSans Pro"/>
                <a:cs typeface="FS PF BeauSans Pro"/>
              </a:rPr>
              <a:t>[20]	</a:t>
            </a:r>
            <a:r>
              <a:rPr lang="en-US" sz="950" dirty="0">
                <a:solidFill>
                  <a:srgbClr val="262626"/>
                </a:solidFill>
                <a:latin typeface="FS PF BeauSans Pro"/>
                <a:ea typeface="FS PF BeauSans Pro"/>
                <a:cs typeface="FS PF BeauSans Pro"/>
              </a:rPr>
              <a:t>B. Desplanques, J. Thienpondt, K. Demuynck. ECAPA-TDNN: Emphasized Channel Attention, Propagation and Aggregation in TDNN Based Speaker Verification. Proc. Interspeech, 2020.</a:t>
            </a:r>
          </a:p>
        </p:txBody>
      </p:sp>
    </p:spTree>
    <p:extLst>
      <p:ext uri="{BB962C8B-B14F-4D97-AF65-F5344CB8AC3E}">
        <p14:creationId xmlns:p14="http://schemas.microsoft.com/office/powerpoint/2010/main" val="584723571"/>
      </p:ext>
    </p:extLst>
  </p:cSld>
  <p:clrMapOvr>
    <a:masterClrMapping/>
  </p:clrMapOvr>
</p:sld>
</file>

<file path=ppt/theme/theme1.xml><?xml version="1.0" encoding="utf-8"?>
<a:theme xmlns:a="http://schemas.openxmlformats.org/drawingml/2006/main" name="Tech Newsletter XL by Slidesgo">
  <a:themeElements>
    <a:clrScheme name="Simple Light">
      <a:dk1>
        <a:srgbClr val="000000"/>
      </a:dk1>
      <a:lt1>
        <a:srgbClr val="FFFFFF"/>
      </a:lt1>
      <a:dk2>
        <a:srgbClr val="595959"/>
      </a:dk2>
      <a:lt2>
        <a:srgbClr val="EEEEEE"/>
      </a:lt2>
      <a:accent1>
        <a:srgbClr val="F3F3F3"/>
      </a:accent1>
      <a:accent2>
        <a:srgbClr val="D9D9D9"/>
      </a:accent2>
      <a:accent3>
        <a:srgbClr val="B7B7B7"/>
      </a:accent3>
      <a:accent4>
        <a:srgbClr val="999999"/>
      </a:accent4>
      <a:accent5>
        <a:srgbClr val="666666"/>
      </a:accent5>
      <a:accent6>
        <a:srgbClr val="000000"/>
      </a:accent6>
      <a:hlink>
        <a:srgbClr val="434343"/>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3045</TotalTime>
  <Words>4294</Words>
  <Application>Microsoft Macintosh PowerPoint</Application>
  <PresentationFormat>Widescreen</PresentationFormat>
  <Paragraphs>528</Paragraphs>
  <Slides>35</Slides>
  <Notes>0</Notes>
  <HiddenSlides>0</HiddenSlides>
  <MMClips>19</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35</vt:i4>
      </vt:variant>
    </vt:vector>
  </HeadingPairs>
  <TitlesOfParts>
    <vt:vector size="45" baseType="lpstr">
      <vt:lpstr>Sarabun Light</vt:lpstr>
      <vt:lpstr>FS PF BeauSans Pro</vt:lpstr>
      <vt:lpstr>Fira Sans Extra Condensed Medium</vt:lpstr>
      <vt:lpstr>Exo 2</vt:lpstr>
      <vt:lpstr>Wingdings</vt:lpstr>
      <vt:lpstr>FS Magistral Bold</vt:lpstr>
      <vt:lpstr>Arial</vt:lpstr>
      <vt:lpstr>Roboto</vt:lpstr>
      <vt:lpstr>Roboto Condensed Light</vt:lpstr>
      <vt:lpstr>Tech Newsletter XL by Slidesgo</vt:lpstr>
      <vt:lpstr>Non-verbal Vocalizations for  Zero-shot Vietnamese TTS</vt:lpstr>
      <vt:lpstr>Table of contents</vt:lpstr>
      <vt:lpstr>Introduction</vt:lpstr>
      <vt:lpstr>Introduction</vt:lpstr>
      <vt:lpstr>Introduction</vt:lpstr>
      <vt:lpstr>Introduction</vt:lpstr>
      <vt:lpstr>Overview</vt:lpstr>
      <vt:lpstr>NVV clip pool</vt:lpstr>
      <vt:lpstr>Pause detection</vt:lpstr>
      <vt:lpstr>Tag selection</vt:lpstr>
      <vt:lpstr>Clip selection</vt:lpstr>
      <vt:lpstr>Voice conversion</vt:lpstr>
      <vt:lpstr>Splicing</vt:lpstr>
      <vt:lpstr>Filter</vt:lpstr>
      <vt:lpstr>Fine-tuning &amp; inference</vt:lpstr>
      <vt:lpstr>Fine-tuning &amp; inference</vt:lpstr>
      <vt:lpstr>Why fine-tune OmniVoice?</vt:lpstr>
      <vt:lpstr>NVV clip pool</vt:lpstr>
      <vt:lpstr>Result</vt:lpstr>
      <vt:lpstr>Evaluation metrics</vt:lpstr>
      <vt:lpstr>Result</vt:lpstr>
      <vt:lpstr>Result</vt:lpstr>
      <vt:lpstr>Result</vt:lpstr>
      <vt:lpstr>Result</vt:lpstr>
      <vt:lpstr>Conclusion</vt:lpstr>
      <vt:lpstr>Thank you for listening </vt:lpstr>
      <vt:lpstr>Appendix: Speech data</vt:lpstr>
      <vt:lpstr>Appendix: NVV clip pool</vt:lpstr>
      <vt:lpstr>Appendix: Pause detection</vt:lpstr>
      <vt:lpstr>Appendix: Tag selection</vt:lpstr>
      <vt:lpstr>Appendix: Clip selection</vt:lpstr>
      <vt:lpstr>Appendix: Voice conversion</vt:lpstr>
      <vt:lpstr>Appendix: Splicing</vt:lpstr>
      <vt:lpstr>Appendix: Filter</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Efficient Vietnamese TTS  with English Borrowings</dc:title>
  <dc:creator>Nguyen Minh Quang 20215461</dc:creator>
  <cp:lastModifiedBy>To Duy An 202416653</cp:lastModifiedBy>
  <cp:revision>242</cp:revision>
  <dcterms:created xsi:type="dcterms:W3CDTF">2024-06-16T10:08:21Z</dcterms:created>
  <dcterms:modified xsi:type="dcterms:W3CDTF">2026-10-22T09:35:11Z</dcterms:modified>
</cp:coreProperties>
</file>