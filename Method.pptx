
<file path=[Content_Types].xml><?xml version="1.0" encoding="utf-8"?>
<Types xmlns="http://schemas.openxmlformats.org/package/2006/content-types">
  <Default Extension="flac" ContentType="audio/unknown"/>
  <Default Extension="fntdata" ContentType="application/x-fontdata"/>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35"/>
  </p:notesMasterIdLst>
  <p:sldIdLst>
    <p:sldId id="256" r:id="rId2"/>
    <p:sldId id="289" r:id="rId3"/>
    <p:sldId id="312" r:id="rId4"/>
    <p:sldId id="313" r:id="rId5"/>
    <p:sldId id="341" r:id="rId6"/>
    <p:sldId id="327" r:id="rId7"/>
    <p:sldId id="332" r:id="rId8"/>
    <p:sldId id="315" r:id="rId9"/>
    <p:sldId id="329" r:id="rId10"/>
    <p:sldId id="316" r:id="rId11"/>
    <p:sldId id="317" r:id="rId12"/>
    <p:sldId id="318" r:id="rId13"/>
    <p:sldId id="319" r:id="rId14"/>
    <p:sldId id="320" r:id="rId15"/>
    <p:sldId id="321" r:id="rId16"/>
    <p:sldId id="323" r:id="rId17"/>
    <p:sldId id="314" r:id="rId18"/>
    <p:sldId id="328" r:id="rId19"/>
    <p:sldId id="322" r:id="rId20"/>
    <p:sldId id="330" r:id="rId21"/>
    <p:sldId id="331" r:id="rId22"/>
    <p:sldId id="324" r:id="rId23"/>
    <p:sldId id="325" r:id="rId24"/>
    <p:sldId id="326" r:id="rId25"/>
    <p:sldId id="286" r:id="rId26"/>
    <p:sldId id="333" r:id="rId27"/>
    <p:sldId id="334" r:id="rId28"/>
    <p:sldId id="335" r:id="rId29"/>
    <p:sldId id="336" r:id="rId30"/>
    <p:sldId id="337" r:id="rId31"/>
    <p:sldId id="338" r:id="rId32"/>
    <p:sldId id="339" r:id="rId33"/>
    <p:sldId id="340" r:id="rId34"/>
  </p:sldIdLst>
  <p:sldSz cx="12192000" cy="6858000"/>
  <p:notesSz cx="6858000" cy="9144000"/>
  <p:embeddedFontLst>
    <p:embeddedFont>
      <p:font typeface="Arimo" panose="020F0502020204030204" pitchFamily="34" charset="0"/>
      <p:regular r:id="rId36"/>
      <p:bold r:id="rId37"/>
      <p:italic r:id="rId38"/>
      <p:boldItalic r:id="rId39"/>
    </p:embeddedFont>
    <p:embeddedFont>
      <p:font typeface="Exo 2" pitchFamily="2" charset="77"/>
      <p:regular r:id="rId40"/>
      <p:bold r:id="rId41"/>
      <p:italic r:id="rId42"/>
      <p:boldItalic r:id="rId43"/>
    </p:embeddedFont>
    <p:embeddedFont>
      <p:font typeface="Fira Sans Extra Condensed Medium" panose="020B0603050000020004" pitchFamily="34" charset="0"/>
      <p:regular r:id="rId44"/>
      <p:bold r:id="rId45"/>
      <p:italic r:id="rId46"/>
      <p:boldItalic r:id="rId47"/>
    </p:embeddedFont>
    <p:embeddedFont>
      <p:font typeface="FS Magistral Bold" panose="020B0504030204080304" pitchFamily="34" charset="0"/>
      <p:bold r:id="rId48"/>
    </p:embeddedFont>
    <p:embeddedFont>
      <p:font typeface="FS PF BeauSans Pro" panose="02000500000000020004" pitchFamily="2" charset="0"/>
      <p:regular r:id="rId49"/>
    </p:embeddedFont>
    <p:embeddedFont>
      <p:font typeface="Roboto" panose="02000000000000000000" pitchFamily="2" charset="0"/>
      <p:regular r:id="rId50"/>
      <p:bold r:id="rId51"/>
      <p:italic r:id="rId52"/>
      <p:boldItalic r:id="rId53"/>
    </p:embeddedFont>
    <p:embeddedFont>
      <p:font typeface="Roboto Condensed Light" panose="02000000000000000000" pitchFamily="2" charset="0"/>
      <p:regular r:id="rId54"/>
      <p:italic r:id="rId55"/>
    </p:embeddedFont>
    <p:embeddedFont>
      <p:font typeface="Sarabun Light" pitchFamily="2" charset="-34"/>
      <p:regular r:id="rId56"/>
      <p:bold r:id="rId57"/>
      <p:italic r:id="rId58"/>
      <p:boldItalic r:id="rId5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D9A044B0-8404-4CD8-BECF-EE0FFA06275E}">
          <p14:sldIdLst>
            <p14:sldId id="256"/>
            <p14:sldId id="289"/>
            <p14:sldId id="312"/>
            <p14:sldId id="313"/>
            <p14:sldId id="341"/>
            <p14:sldId id="327"/>
            <p14:sldId id="332"/>
            <p14:sldId id="315"/>
            <p14:sldId id="329"/>
            <p14:sldId id="316"/>
            <p14:sldId id="317"/>
            <p14:sldId id="318"/>
            <p14:sldId id="319"/>
            <p14:sldId id="320"/>
            <p14:sldId id="321"/>
            <p14:sldId id="323"/>
            <p14:sldId id="314"/>
            <p14:sldId id="328"/>
            <p14:sldId id="322"/>
            <p14:sldId id="330"/>
            <p14:sldId id="331"/>
            <p14:sldId id="324"/>
            <p14:sldId id="325"/>
            <p14:sldId id="326"/>
            <p14:sldId id="286"/>
            <p14:sldId id="333"/>
            <p14:sldId id="334"/>
            <p14:sldId id="335"/>
            <p14:sldId id="336"/>
            <p14:sldId id="337"/>
            <p14:sldId id="338"/>
            <p14:sldId id="339"/>
            <p14:sldId id="340"/>
          </p14:sldIdLst>
        </p14:section>
        <p14:section name="Appendix" id="{B5FF22F4-10A8-425F-A68B-F3AED0A534BA}">
          <p14:sldIdLst/>
        </p14:section>
      </p14:sectionLst>
    </p:ex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0" roundtripDataSignature="AMtx7mgE1QtaWI6cDW+4fPiAPgzCiZZc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1B2F"/>
    <a:srgbClr val="A8A8A8"/>
    <a:srgbClr val="F2F2F2"/>
    <a:srgbClr val="434343"/>
    <a:srgbClr val="F9F9F9"/>
    <a:srgbClr val="595959"/>
    <a:srgbClr val="F8F8F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490C82-48EA-4FB1-A22F-A83A10849784}" v="55" dt="2024-08-06T08:12:05.690"/>
  </p1510:revLst>
</p1510:revInfo>
</file>

<file path=ppt/tableStyles.xml><?xml version="1.0" encoding="utf-8"?>
<a:tblStyleLst xmlns:a="http://schemas.openxmlformats.org/drawingml/2006/main" def="{DB588EDA-BEB1-459D-9690-F9A0963A2F11}">
  <a:tblStyle styleId="{DB588EDA-BEB1-459D-9690-F9A0963A2F11}" styleName="Table_0">
    <a:wholeTbl>
      <a:tcTxStyle b="off" i="off">
        <a:font>
          <a:latin typeface="FS PF BeauSans Pro Light"/>
          <a:ea typeface="FS PF BeauSans Pro Light"/>
          <a:cs typeface="FS PF BeauSans Pro Light"/>
        </a:font>
        <a:schemeClr val="dk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chemeClr val="accent3"/>
              </a:solidFill>
              <a:prstDash val="solid"/>
              <a:round/>
              <a:headEnd type="none" w="sm" len="sm"/>
              <a:tailEnd type="none" w="sm" len="sm"/>
            </a:ln>
          </a:insideV>
        </a:tcBdr>
        <a:fill>
          <a:solidFill>
            <a:srgbClr val="FFFFFF">
              <a:alpha val="0"/>
            </a:srgbClr>
          </a:solidFill>
        </a:fill>
      </a:tcStyle>
    </a:wholeTbl>
    <a:band1H>
      <a:tcTxStyle/>
      <a:tcStyle>
        <a:tcBdr/>
        <a:fill>
          <a:solidFill>
            <a:schemeClr val="accent3">
              <a:alpha val="40000"/>
            </a:schemeClr>
          </a:solidFill>
        </a:fill>
      </a:tcStyle>
    </a:band1H>
    <a:band2H>
      <a:tcTxStyle/>
      <a:tcStyle>
        <a:tcBdr/>
      </a:tcStyle>
    </a:band2H>
    <a:band1V>
      <a:tcTxStyle/>
      <a:tcStyle>
        <a:tcBdr>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tcBdr>
        <a:fill>
          <a:solidFill>
            <a:schemeClr val="accent3">
              <a:alpha val="40000"/>
            </a:schemeClr>
          </a:solidFill>
        </a:fill>
      </a:tcStyle>
    </a:band1V>
    <a:band2V>
      <a:tcTxStyle/>
      <a:tcStyle>
        <a:tcBdr/>
      </a:tcStyle>
    </a:band2V>
    <a:la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lastCol>
    <a:fir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firstCol>
    <a:lastRow>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lastRow>
    <a:seCell>
      <a:tcTxStyle/>
      <a:tcStyle>
        <a:tcBdr/>
      </a:tcStyle>
    </a:seCell>
    <a:swCell>
      <a:tcTxStyle/>
      <a:tcStyle>
        <a:tcBdr/>
      </a:tcStyle>
    </a:swCell>
    <a:firstRow>
      <a:tcTxStyle b="on" i="off">
        <a:font>
          <a:latin typeface="FS PF BeauSans Pro Light"/>
          <a:ea typeface="FS PF BeauSans Pro Light"/>
          <a:cs typeface="FS PF BeauSans Pro Light"/>
        </a:font>
        <a:schemeClr val="lt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lt1"/>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chemeClr val="accent3"/>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60"/>
    <p:restoredTop sz="94675"/>
  </p:normalViewPr>
  <p:slideViewPr>
    <p:cSldViewPr snapToGrid="0">
      <p:cViewPr varScale="1">
        <p:scale>
          <a:sx n="98" d="100"/>
          <a:sy n="98" d="100"/>
        </p:scale>
        <p:origin x="216" y="640"/>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7.fntdata"/><Relationship Id="rId47" Type="http://schemas.openxmlformats.org/officeDocument/2006/relationships/font" Target="fonts/font12.fntdata"/><Relationship Id="rId50" Type="http://schemas.openxmlformats.org/officeDocument/2006/relationships/font" Target="fonts/font15.fntdata"/><Relationship Id="rId55" Type="http://schemas.openxmlformats.org/officeDocument/2006/relationships/font" Target="fonts/font20.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font" Target="fonts/font5.fntdata"/><Relationship Id="rId45" Type="http://schemas.openxmlformats.org/officeDocument/2006/relationships/font" Target="fonts/font10.fntdata"/><Relationship Id="rId53" Type="http://schemas.openxmlformats.org/officeDocument/2006/relationships/font" Target="fonts/font18.fntdata"/><Relationship Id="rId58" Type="http://schemas.openxmlformats.org/officeDocument/2006/relationships/font" Target="fonts/font23.fntdata"/><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openxmlformats.org/officeDocument/2006/relationships/font" Target="fonts/font8.fntdata"/><Relationship Id="rId48" Type="http://schemas.openxmlformats.org/officeDocument/2006/relationships/font" Target="fonts/font13.fntdata"/><Relationship Id="rId56" Type="http://schemas.openxmlformats.org/officeDocument/2006/relationships/font" Target="fonts/font21.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1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 Id="rId46" Type="http://schemas.openxmlformats.org/officeDocument/2006/relationships/font" Target="fonts/font11.fntdata"/><Relationship Id="rId59" Type="http://schemas.openxmlformats.org/officeDocument/2006/relationships/font" Target="fonts/font24.fntdata"/><Relationship Id="rId20" Type="http://schemas.openxmlformats.org/officeDocument/2006/relationships/slide" Target="slides/slide19.xml"/><Relationship Id="rId41" Type="http://schemas.openxmlformats.org/officeDocument/2006/relationships/font" Target="fonts/font6.fntdata"/><Relationship Id="rId54" Type="http://schemas.openxmlformats.org/officeDocument/2006/relationships/font" Target="fonts/font19.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49" Type="http://schemas.openxmlformats.org/officeDocument/2006/relationships/font" Target="fonts/font14.fntdata"/><Relationship Id="rId57" Type="http://schemas.openxmlformats.org/officeDocument/2006/relationships/font" Target="fonts/font2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9.fntdata"/><Relationship Id="rId52" Type="http://schemas.openxmlformats.org/officeDocument/2006/relationships/font" Target="fonts/font17.fntdata"/><Relationship Id="rId60" Type="http://customschemas.google.com/relationships/presentationmetadata" Target="meta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font" Target="fonts/font4.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Quang Nguyen" userId="5d670127fb4ed1d3" providerId="LiveId" clId="{69EE9044-281E-4734-97DE-33207B456CE7}"/>
    <pc:docChg chg="undo custSel addSld delSld modSld sldOrd modMainMaster">
      <pc:chgData name="Quang Nguyen" userId="5d670127fb4ed1d3" providerId="LiveId" clId="{69EE9044-281E-4734-97DE-33207B456CE7}" dt="2024-06-18T03:06:52.477" v="669" actId="1076"/>
      <pc:docMkLst>
        <pc:docMk/>
      </pc:docMkLst>
      <pc:sldChg chg="modSp mod">
        <pc:chgData name="Quang Nguyen" userId="5d670127fb4ed1d3" providerId="LiveId" clId="{69EE9044-281E-4734-97DE-33207B456CE7}" dt="2024-06-18T02:21:36.892" v="435" actId="207"/>
        <pc:sldMkLst>
          <pc:docMk/>
          <pc:sldMk cId="0" sldId="256"/>
        </pc:sldMkLst>
        <pc:spChg chg="mod">
          <ac:chgData name="Quang Nguyen" userId="5d670127fb4ed1d3" providerId="LiveId" clId="{69EE9044-281E-4734-97DE-33207B456CE7}" dt="2024-06-17T15:09:45.937" v="155" actId="2711"/>
          <ac:spMkLst>
            <pc:docMk/>
            <pc:sldMk cId="0" sldId="256"/>
            <ac:spMk id="54" creationId="{00000000-0000-0000-0000-000000000000}"/>
          </ac:spMkLst>
        </pc:spChg>
        <pc:spChg chg="mod">
          <ac:chgData name="Quang Nguyen" userId="5d670127fb4ed1d3" providerId="LiveId" clId="{69EE9044-281E-4734-97DE-33207B456CE7}" dt="2024-06-18T02:21:36.892" v="435" actId="207"/>
          <ac:spMkLst>
            <pc:docMk/>
            <pc:sldMk cId="0" sldId="256"/>
            <ac:spMk id="55" creationId="{00000000-0000-0000-0000-000000000000}"/>
          </ac:spMkLst>
        </pc:spChg>
        <pc:spChg chg="mod">
          <ac:chgData name="Quang Nguyen" userId="5d670127fb4ed1d3" providerId="LiveId" clId="{69EE9044-281E-4734-97DE-33207B456CE7}" dt="2024-06-17T15:23:53.614" v="312" actId="20577"/>
          <ac:spMkLst>
            <pc:docMk/>
            <pc:sldMk cId="0" sldId="256"/>
            <ac:spMk id="57" creationId="{00000000-0000-0000-0000-000000000000}"/>
          </ac:spMkLst>
        </pc:spChg>
      </pc:sldChg>
      <pc:sldChg chg="modSp mod">
        <pc:chgData name="Quang Nguyen" userId="5d670127fb4ed1d3" providerId="LiveId" clId="{69EE9044-281E-4734-97DE-33207B456CE7}" dt="2024-06-18T03:00:11.961" v="530" actId="404"/>
        <pc:sldMkLst>
          <pc:docMk/>
          <pc:sldMk cId="0" sldId="257"/>
        </pc:sldMkLst>
        <pc:spChg chg="mod">
          <ac:chgData name="Quang Nguyen" userId="5d670127fb4ed1d3" providerId="LiveId" clId="{69EE9044-281E-4734-97DE-33207B456CE7}" dt="2024-06-17T15:29:22.742" v="318" actId="207"/>
          <ac:spMkLst>
            <pc:docMk/>
            <pc:sldMk cId="0" sldId="257"/>
            <ac:spMk id="62" creationId="{00000000-0000-0000-0000-000000000000}"/>
          </ac:spMkLst>
        </pc:spChg>
        <pc:spChg chg="mod">
          <ac:chgData name="Quang Nguyen" userId="5d670127fb4ed1d3" providerId="LiveId" clId="{69EE9044-281E-4734-97DE-33207B456CE7}" dt="2024-06-17T15:15:14.390" v="230" actId="207"/>
          <ac:spMkLst>
            <pc:docMk/>
            <pc:sldMk cId="0" sldId="257"/>
            <ac:spMk id="63" creationId="{00000000-0000-0000-0000-000000000000}"/>
          </ac:spMkLst>
        </pc:spChg>
        <pc:spChg chg="mod">
          <ac:chgData name="Quang Nguyen" userId="5d670127fb4ed1d3" providerId="LiveId" clId="{69EE9044-281E-4734-97DE-33207B456CE7}" dt="2024-06-17T15:48:17.839" v="362" actId="20577"/>
          <ac:spMkLst>
            <pc:docMk/>
            <pc:sldMk cId="0" sldId="257"/>
            <ac:spMk id="64" creationId="{00000000-0000-0000-0000-000000000000}"/>
          </ac:spMkLst>
        </pc:spChg>
        <pc:spChg chg="mod">
          <ac:chgData name="Quang Nguyen" userId="5d670127fb4ed1d3" providerId="LiveId" clId="{69EE9044-281E-4734-97DE-33207B456CE7}" dt="2024-06-17T15:14:34.366" v="223" actId="2711"/>
          <ac:spMkLst>
            <pc:docMk/>
            <pc:sldMk cId="0" sldId="257"/>
            <ac:spMk id="66" creationId="{00000000-0000-0000-0000-000000000000}"/>
          </ac:spMkLst>
        </pc:spChg>
        <pc:spChg chg="mod">
          <ac:chgData name="Quang Nguyen" userId="5d670127fb4ed1d3" providerId="LiveId" clId="{69EE9044-281E-4734-97DE-33207B456CE7}" dt="2024-06-17T15:15:14.390" v="230" actId="207"/>
          <ac:spMkLst>
            <pc:docMk/>
            <pc:sldMk cId="0" sldId="257"/>
            <ac:spMk id="67" creationId="{00000000-0000-0000-0000-000000000000}"/>
          </ac:spMkLst>
        </pc:spChg>
        <pc:spChg chg="mod">
          <ac:chgData name="Quang Nguyen" userId="5d670127fb4ed1d3" providerId="LiveId" clId="{69EE9044-281E-4734-97DE-33207B456CE7}" dt="2024-06-17T15:15:14.390" v="230" actId="207"/>
          <ac:spMkLst>
            <pc:docMk/>
            <pc:sldMk cId="0" sldId="257"/>
            <ac:spMk id="68" creationId="{00000000-0000-0000-0000-000000000000}"/>
          </ac:spMkLst>
        </pc:spChg>
        <pc:spChg chg="mod">
          <ac:chgData name="Quang Nguyen" userId="5d670127fb4ed1d3" providerId="LiveId" clId="{69EE9044-281E-4734-97DE-33207B456CE7}" dt="2024-06-17T15:15:14.390" v="230" actId="207"/>
          <ac:spMkLst>
            <pc:docMk/>
            <pc:sldMk cId="0" sldId="257"/>
            <ac:spMk id="69" creationId="{00000000-0000-0000-0000-000000000000}"/>
          </ac:spMkLst>
        </pc:spChg>
        <pc:spChg chg="mod">
          <ac:chgData name="Quang Nguyen" userId="5d670127fb4ed1d3" providerId="LiveId" clId="{69EE9044-281E-4734-97DE-33207B456CE7}" dt="2024-06-17T15:15:14.390" v="230" actId="207"/>
          <ac:spMkLst>
            <pc:docMk/>
            <pc:sldMk cId="0" sldId="257"/>
            <ac:spMk id="70" creationId="{00000000-0000-0000-0000-000000000000}"/>
          </ac:spMkLst>
        </pc:spChg>
        <pc:spChg chg="mod">
          <ac:chgData name="Quang Nguyen" userId="5d670127fb4ed1d3" providerId="LiveId" clId="{69EE9044-281E-4734-97DE-33207B456CE7}" dt="2024-06-17T15:15:14.390" v="230" actId="207"/>
          <ac:spMkLst>
            <pc:docMk/>
            <pc:sldMk cId="0" sldId="257"/>
            <ac:spMk id="71" creationId="{00000000-0000-0000-0000-000000000000}"/>
          </ac:spMkLst>
        </pc:spChg>
        <pc:spChg chg="mod">
          <ac:chgData name="Quang Nguyen" userId="5d670127fb4ed1d3" providerId="LiveId" clId="{69EE9044-281E-4734-97DE-33207B456CE7}" dt="2024-06-18T03:00:11.961" v="530" actId="404"/>
          <ac:spMkLst>
            <pc:docMk/>
            <pc:sldMk cId="0" sldId="257"/>
            <ac:spMk id="73" creationId="{00000000-0000-0000-0000-000000000000}"/>
          </ac:spMkLst>
        </pc:spChg>
      </pc:sldChg>
      <pc:sldChg chg="del">
        <pc:chgData name="Quang Nguyen" userId="5d670127fb4ed1d3" providerId="LiveId" clId="{69EE9044-281E-4734-97DE-33207B456CE7}" dt="2024-06-17T15:16:30.057" v="239" actId="47"/>
        <pc:sldMkLst>
          <pc:docMk/>
          <pc:sldMk cId="0" sldId="258"/>
        </pc:sldMkLst>
      </pc:sldChg>
      <pc:sldChg chg="modSp mod">
        <pc:chgData name="Quang Nguyen" userId="5d670127fb4ed1d3" providerId="LiveId" clId="{69EE9044-281E-4734-97DE-33207B456CE7}" dt="2024-06-18T03:02:00.574" v="535" actId="403"/>
        <pc:sldMkLst>
          <pc:docMk/>
          <pc:sldMk cId="0" sldId="259"/>
        </pc:sldMkLst>
        <pc:spChg chg="mod">
          <ac:chgData name="Quang Nguyen" userId="5d670127fb4ed1d3" providerId="LiveId" clId="{69EE9044-281E-4734-97DE-33207B456CE7}" dt="2024-06-17T15:42:08.686" v="324" actId="113"/>
          <ac:spMkLst>
            <pc:docMk/>
            <pc:sldMk cId="0" sldId="259"/>
            <ac:spMk id="94" creationId="{00000000-0000-0000-0000-000000000000}"/>
          </ac:spMkLst>
        </pc:spChg>
        <pc:spChg chg="mod">
          <ac:chgData name="Quang Nguyen" userId="5d670127fb4ed1d3" providerId="LiveId" clId="{69EE9044-281E-4734-97DE-33207B456CE7}" dt="2024-06-18T03:02:00.574" v="535" actId="403"/>
          <ac:spMkLst>
            <pc:docMk/>
            <pc:sldMk cId="0" sldId="259"/>
            <ac:spMk id="95" creationId="{00000000-0000-0000-0000-000000000000}"/>
          </ac:spMkLst>
        </pc:spChg>
        <pc:spChg chg="mod">
          <ac:chgData name="Quang Nguyen" userId="5d670127fb4ed1d3" providerId="LiveId" clId="{69EE9044-281E-4734-97DE-33207B456CE7}" dt="2024-06-17T15:40:30.749" v="322" actId="207"/>
          <ac:spMkLst>
            <pc:docMk/>
            <pc:sldMk cId="0" sldId="259"/>
            <ac:spMk id="96" creationId="{00000000-0000-0000-0000-000000000000}"/>
          </ac:spMkLst>
        </pc:spChg>
        <pc:spChg chg="mod">
          <ac:chgData name="Quang Nguyen" userId="5d670127fb4ed1d3" providerId="LiveId" clId="{69EE9044-281E-4734-97DE-33207B456CE7}" dt="2024-06-17T14:37:49.836" v="69" actId="14100"/>
          <ac:spMkLst>
            <pc:docMk/>
            <pc:sldMk cId="0" sldId="259"/>
            <ac:spMk id="98" creationId="{00000000-0000-0000-0000-000000000000}"/>
          </ac:spMkLst>
        </pc:spChg>
        <pc:spChg chg="mod">
          <ac:chgData name="Quang Nguyen" userId="5d670127fb4ed1d3" providerId="LiveId" clId="{69EE9044-281E-4734-97DE-33207B456CE7}" dt="2024-06-17T14:37:45.211" v="68" actId="1076"/>
          <ac:spMkLst>
            <pc:docMk/>
            <pc:sldMk cId="0" sldId="259"/>
            <ac:spMk id="99" creationId="{00000000-0000-0000-0000-000000000000}"/>
          </ac:spMkLst>
        </pc:spChg>
        <pc:picChg chg="mod">
          <ac:chgData name="Quang Nguyen" userId="5d670127fb4ed1d3" providerId="LiveId" clId="{69EE9044-281E-4734-97DE-33207B456CE7}" dt="2024-06-17T14:37:41.168" v="67" actId="1076"/>
          <ac:picMkLst>
            <pc:docMk/>
            <pc:sldMk cId="0" sldId="259"/>
            <ac:picMk id="97" creationId="{00000000-0000-0000-0000-000000000000}"/>
          </ac:picMkLst>
        </pc:picChg>
      </pc:sldChg>
      <pc:sldChg chg="modSp mod">
        <pc:chgData name="Quang Nguyen" userId="5d670127fb4ed1d3" providerId="LiveId" clId="{69EE9044-281E-4734-97DE-33207B456CE7}" dt="2024-06-18T03:02:12.811" v="542" actId="404"/>
        <pc:sldMkLst>
          <pc:docMk/>
          <pc:sldMk cId="0" sldId="260"/>
        </pc:sldMkLst>
        <pc:spChg chg="mod">
          <ac:chgData name="Quang Nguyen" userId="5d670127fb4ed1d3" providerId="LiveId" clId="{69EE9044-281E-4734-97DE-33207B456CE7}" dt="2024-06-17T15:42:17.654" v="325"/>
          <ac:spMkLst>
            <pc:docMk/>
            <pc:sldMk cId="0" sldId="260"/>
            <ac:spMk id="105" creationId="{00000000-0000-0000-0000-000000000000}"/>
          </ac:spMkLst>
        </pc:spChg>
        <pc:spChg chg="mod">
          <ac:chgData name="Quang Nguyen" userId="5d670127fb4ed1d3" providerId="LiveId" clId="{69EE9044-281E-4734-97DE-33207B456CE7}" dt="2024-06-18T03:02:12.811" v="542" actId="404"/>
          <ac:spMkLst>
            <pc:docMk/>
            <pc:sldMk cId="0" sldId="260"/>
            <ac:spMk id="106" creationId="{00000000-0000-0000-0000-000000000000}"/>
          </ac:spMkLst>
        </pc:spChg>
        <pc:spChg chg="mod">
          <ac:chgData name="Quang Nguyen" userId="5d670127fb4ed1d3" providerId="LiveId" clId="{69EE9044-281E-4734-97DE-33207B456CE7}" dt="2024-06-17T14:38:38.573" v="75" actId="404"/>
          <ac:spMkLst>
            <pc:docMk/>
            <pc:sldMk cId="0" sldId="260"/>
            <ac:spMk id="107" creationId="{00000000-0000-0000-0000-000000000000}"/>
          </ac:spMkLst>
        </pc:spChg>
        <pc:spChg chg="mod">
          <ac:chgData name="Quang Nguyen" userId="5d670127fb4ed1d3" providerId="LiveId" clId="{69EE9044-281E-4734-97DE-33207B456CE7}" dt="2024-06-17T15:20:55.329" v="261" actId="1076"/>
          <ac:spMkLst>
            <pc:docMk/>
            <pc:sldMk cId="0" sldId="260"/>
            <ac:spMk id="110" creationId="{00000000-0000-0000-0000-000000000000}"/>
          </ac:spMkLst>
        </pc:spChg>
        <pc:spChg chg="mod">
          <ac:chgData name="Quang Nguyen" userId="5d670127fb4ed1d3" providerId="LiveId" clId="{69EE9044-281E-4734-97DE-33207B456CE7}" dt="2024-06-17T15:20:52.669" v="260" actId="1076"/>
          <ac:spMkLst>
            <pc:docMk/>
            <pc:sldMk cId="0" sldId="260"/>
            <ac:spMk id="111" creationId="{00000000-0000-0000-0000-000000000000}"/>
          </ac:spMkLst>
        </pc:spChg>
      </pc:sldChg>
      <pc:sldChg chg="modSp mod">
        <pc:chgData name="Quang Nguyen" userId="5d670127fb4ed1d3" providerId="LiveId" clId="{69EE9044-281E-4734-97DE-33207B456CE7}" dt="2024-06-18T03:02:24.304" v="549" actId="404"/>
        <pc:sldMkLst>
          <pc:docMk/>
          <pc:sldMk cId="0" sldId="261"/>
        </pc:sldMkLst>
        <pc:spChg chg="mod">
          <ac:chgData name="Quang Nguyen" userId="5d670127fb4ed1d3" providerId="LiveId" clId="{69EE9044-281E-4734-97DE-33207B456CE7}" dt="2024-06-17T15:42:20.751" v="326"/>
          <ac:spMkLst>
            <pc:docMk/>
            <pc:sldMk cId="0" sldId="261"/>
            <ac:spMk id="116" creationId="{00000000-0000-0000-0000-000000000000}"/>
          </ac:spMkLst>
        </pc:spChg>
        <pc:spChg chg="mod">
          <ac:chgData name="Quang Nguyen" userId="5d670127fb4ed1d3" providerId="LiveId" clId="{69EE9044-281E-4734-97DE-33207B456CE7}" dt="2024-06-18T03:02:24.304" v="549" actId="404"/>
          <ac:spMkLst>
            <pc:docMk/>
            <pc:sldMk cId="0" sldId="261"/>
            <ac:spMk id="117" creationId="{00000000-0000-0000-0000-000000000000}"/>
          </ac:spMkLst>
        </pc:spChg>
        <pc:spChg chg="mod">
          <ac:chgData name="Quang Nguyen" userId="5d670127fb4ed1d3" providerId="LiveId" clId="{69EE9044-281E-4734-97DE-33207B456CE7}" dt="2024-06-17T14:38:15.447" v="73" actId="14"/>
          <ac:spMkLst>
            <pc:docMk/>
            <pc:sldMk cId="0" sldId="261"/>
            <ac:spMk id="118" creationId="{00000000-0000-0000-0000-000000000000}"/>
          </ac:spMkLst>
        </pc:spChg>
      </pc:sldChg>
      <pc:sldChg chg="modSp mod">
        <pc:chgData name="Quang Nguyen" userId="5d670127fb4ed1d3" providerId="LiveId" clId="{69EE9044-281E-4734-97DE-33207B456CE7}" dt="2024-06-18T03:02:31.597" v="554" actId="403"/>
        <pc:sldMkLst>
          <pc:docMk/>
          <pc:sldMk cId="0" sldId="262"/>
        </pc:sldMkLst>
        <pc:spChg chg="mod">
          <ac:chgData name="Quang Nguyen" userId="5d670127fb4ed1d3" providerId="LiveId" clId="{69EE9044-281E-4734-97DE-33207B456CE7}" dt="2024-06-17T15:42:24.028" v="327"/>
          <ac:spMkLst>
            <pc:docMk/>
            <pc:sldMk cId="0" sldId="262"/>
            <ac:spMk id="123" creationId="{00000000-0000-0000-0000-000000000000}"/>
          </ac:spMkLst>
        </pc:spChg>
        <pc:spChg chg="mod">
          <ac:chgData name="Quang Nguyen" userId="5d670127fb4ed1d3" providerId="LiveId" clId="{69EE9044-281E-4734-97DE-33207B456CE7}" dt="2024-06-18T03:02:31.597" v="554" actId="403"/>
          <ac:spMkLst>
            <pc:docMk/>
            <pc:sldMk cId="0" sldId="262"/>
            <ac:spMk id="124" creationId="{00000000-0000-0000-0000-000000000000}"/>
          </ac:spMkLst>
        </pc:spChg>
        <pc:spChg chg="mod">
          <ac:chgData name="Quang Nguyen" userId="5d670127fb4ed1d3" providerId="LiveId" clId="{69EE9044-281E-4734-97DE-33207B456CE7}" dt="2024-06-17T14:39:21.334" v="79" actId="14"/>
          <ac:spMkLst>
            <pc:docMk/>
            <pc:sldMk cId="0" sldId="262"/>
            <ac:spMk id="125" creationId="{00000000-0000-0000-0000-000000000000}"/>
          </ac:spMkLst>
        </pc:spChg>
      </pc:sldChg>
      <pc:sldChg chg="modSp mod">
        <pc:chgData name="Quang Nguyen" userId="5d670127fb4ed1d3" providerId="LiveId" clId="{69EE9044-281E-4734-97DE-33207B456CE7}" dt="2024-06-18T03:02:56.655" v="559" actId="403"/>
        <pc:sldMkLst>
          <pc:docMk/>
          <pc:sldMk cId="0" sldId="263"/>
        </pc:sldMkLst>
        <pc:spChg chg="mod">
          <ac:chgData name="Quang Nguyen" userId="5d670127fb4ed1d3" providerId="LiveId" clId="{69EE9044-281E-4734-97DE-33207B456CE7}" dt="2024-06-17T15:43:23.313" v="328"/>
          <ac:spMkLst>
            <pc:docMk/>
            <pc:sldMk cId="0" sldId="263"/>
            <ac:spMk id="130" creationId="{00000000-0000-0000-0000-000000000000}"/>
          </ac:spMkLst>
        </pc:spChg>
        <pc:spChg chg="mod">
          <ac:chgData name="Quang Nguyen" userId="5d670127fb4ed1d3" providerId="LiveId" clId="{69EE9044-281E-4734-97DE-33207B456CE7}" dt="2024-06-18T03:02:56.655" v="559" actId="403"/>
          <ac:spMkLst>
            <pc:docMk/>
            <pc:sldMk cId="0" sldId="263"/>
            <ac:spMk id="131" creationId="{00000000-0000-0000-0000-000000000000}"/>
          </ac:spMkLst>
        </pc:spChg>
        <pc:spChg chg="mod">
          <ac:chgData name="Quang Nguyen" userId="5d670127fb4ed1d3" providerId="LiveId" clId="{69EE9044-281E-4734-97DE-33207B456CE7}" dt="2024-06-17T14:39:34.038" v="83" actId="14"/>
          <ac:spMkLst>
            <pc:docMk/>
            <pc:sldMk cId="0" sldId="263"/>
            <ac:spMk id="132" creationId="{00000000-0000-0000-0000-000000000000}"/>
          </ac:spMkLst>
        </pc:spChg>
        <pc:picChg chg="mod">
          <ac:chgData name="Quang Nguyen" userId="5d670127fb4ed1d3" providerId="LiveId" clId="{69EE9044-281E-4734-97DE-33207B456CE7}" dt="2024-06-17T14:39:37.887" v="84" actId="1076"/>
          <ac:picMkLst>
            <pc:docMk/>
            <pc:sldMk cId="0" sldId="263"/>
            <ac:picMk id="133" creationId="{00000000-0000-0000-0000-000000000000}"/>
          </ac:picMkLst>
        </pc:picChg>
      </pc:sldChg>
      <pc:sldChg chg="modSp mod">
        <pc:chgData name="Quang Nguyen" userId="5d670127fb4ed1d3" providerId="LiveId" clId="{69EE9044-281E-4734-97DE-33207B456CE7}" dt="2024-06-18T03:03:04.438" v="564" actId="403"/>
        <pc:sldMkLst>
          <pc:docMk/>
          <pc:sldMk cId="0" sldId="264"/>
        </pc:sldMkLst>
        <pc:spChg chg="mod">
          <ac:chgData name="Quang Nguyen" userId="5d670127fb4ed1d3" providerId="LiveId" clId="{69EE9044-281E-4734-97DE-33207B456CE7}" dt="2024-06-17T15:43:33.602" v="330" actId="113"/>
          <ac:spMkLst>
            <pc:docMk/>
            <pc:sldMk cId="0" sldId="264"/>
            <ac:spMk id="138" creationId="{00000000-0000-0000-0000-000000000000}"/>
          </ac:spMkLst>
        </pc:spChg>
        <pc:spChg chg="mod">
          <ac:chgData name="Quang Nguyen" userId="5d670127fb4ed1d3" providerId="LiveId" clId="{69EE9044-281E-4734-97DE-33207B456CE7}" dt="2024-06-18T03:03:04.438" v="564" actId="403"/>
          <ac:spMkLst>
            <pc:docMk/>
            <pc:sldMk cId="0" sldId="264"/>
            <ac:spMk id="139" creationId="{00000000-0000-0000-0000-000000000000}"/>
          </ac:spMkLst>
        </pc:spChg>
      </pc:sldChg>
      <pc:sldChg chg="modSp mod">
        <pc:chgData name="Quang Nguyen" userId="5d670127fb4ed1d3" providerId="LiveId" clId="{69EE9044-281E-4734-97DE-33207B456CE7}" dt="2024-06-18T03:03:14.602" v="569" actId="403"/>
        <pc:sldMkLst>
          <pc:docMk/>
          <pc:sldMk cId="0" sldId="265"/>
        </pc:sldMkLst>
        <pc:spChg chg="mod">
          <ac:chgData name="Quang Nguyen" userId="5d670127fb4ed1d3" providerId="LiveId" clId="{69EE9044-281E-4734-97DE-33207B456CE7}" dt="2024-06-17T15:43:58.178" v="332" actId="113"/>
          <ac:spMkLst>
            <pc:docMk/>
            <pc:sldMk cId="0" sldId="265"/>
            <ac:spMk id="146" creationId="{00000000-0000-0000-0000-000000000000}"/>
          </ac:spMkLst>
        </pc:spChg>
        <pc:spChg chg="mod">
          <ac:chgData name="Quang Nguyen" userId="5d670127fb4ed1d3" providerId="LiveId" clId="{69EE9044-281E-4734-97DE-33207B456CE7}" dt="2024-06-18T03:03:14.602" v="569" actId="403"/>
          <ac:spMkLst>
            <pc:docMk/>
            <pc:sldMk cId="0" sldId="265"/>
            <ac:spMk id="147" creationId="{00000000-0000-0000-0000-000000000000}"/>
          </ac:spMkLst>
        </pc:spChg>
        <pc:spChg chg="mod">
          <ac:chgData name="Quang Nguyen" userId="5d670127fb4ed1d3" providerId="LiveId" clId="{69EE9044-281E-4734-97DE-33207B456CE7}" dt="2024-06-17T15:50:49.906" v="434" actId="20577"/>
          <ac:spMkLst>
            <pc:docMk/>
            <pc:sldMk cId="0" sldId="265"/>
            <ac:spMk id="148" creationId="{00000000-0000-0000-0000-000000000000}"/>
          </ac:spMkLst>
        </pc:spChg>
      </pc:sldChg>
      <pc:sldChg chg="del">
        <pc:chgData name="Quang Nguyen" userId="5d670127fb4ed1d3" providerId="LiveId" clId="{69EE9044-281E-4734-97DE-33207B456CE7}" dt="2024-06-17T15:16:22.942" v="238" actId="47"/>
        <pc:sldMkLst>
          <pc:docMk/>
          <pc:sldMk cId="0" sldId="266"/>
        </pc:sldMkLst>
      </pc:sldChg>
      <pc:sldChg chg="modSp mod">
        <pc:chgData name="Quang Nguyen" userId="5d670127fb4ed1d3" providerId="LiveId" clId="{69EE9044-281E-4734-97DE-33207B456CE7}" dt="2024-06-18T03:03:42.844" v="580" actId="403"/>
        <pc:sldMkLst>
          <pc:docMk/>
          <pc:sldMk cId="0" sldId="267"/>
        </pc:sldMkLst>
        <pc:spChg chg="mod">
          <ac:chgData name="Quang Nguyen" userId="5d670127fb4ed1d3" providerId="LiveId" clId="{69EE9044-281E-4734-97DE-33207B456CE7}" dt="2024-06-18T03:03:31.621" v="575" actId="403"/>
          <ac:spMkLst>
            <pc:docMk/>
            <pc:sldMk cId="0" sldId="267"/>
            <ac:spMk id="169" creationId="{00000000-0000-0000-0000-000000000000}"/>
          </ac:spMkLst>
        </pc:spChg>
        <pc:spChg chg="mod">
          <ac:chgData name="Quang Nguyen" userId="5d670127fb4ed1d3" providerId="LiveId" clId="{69EE9044-281E-4734-97DE-33207B456CE7}" dt="2024-06-18T03:03:42.844" v="580" actId="403"/>
          <ac:spMkLst>
            <pc:docMk/>
            <pc:sldMk cId="0" sldId="267"/>
            <ac:spMk id="170" creationId="{00000000-0000-0000-0000-000000000000}"/>
          </ac:spMkLst>
        </pc:spChg>
        <pc:spChg chg="mod">
          <ac:chgData name="Quang Nguyen" userId="5d670127fb4ed1d3" providerId="LiveId" clId="{69EE9044-281E-4734-97DE-33207B456CE7}" dt="2024-06-18T03:03:31.621" v="575" actId="403"/>
          <ac:spMkLst>
            <pc:docMk/>
            <pc:sldMk cId="0" sldId="267"/>
            <ac:spMk id="171" creationId="{00000000-0000-0000-0000-000000000000}"/>
          </ac:spMkLst>
        </pc:spChg>
        <pc:spChg chg="mod">
          <ac:chgData name="Quang Nguyen" userId="5d670127fb4ed1d3" providerId="LiveId" clId="{69EE9044-281E-4734-97DE-33207B456CE7}" dt="2024-06-18T03:03:31.621" v="575" actId="403"/>
          <ac:spMkLst>
            <pc:docMk/>
            <pc:sldMk cId="0" sldId="267"/>
            <ac:spMk id="172" creationId="{00000000-0000-0000-0000-000000000000}"/>
          </ac:spMkLst>
        </pc:spChg>
      </pc:sldChg>
      <pc:sldChg chg="modSp mod">
        <pc:chgData name="Quang Nguyen" userId="5d670127fb4ed1d3" providerId="LiveId" clId="{69EE9044-281E-4734-97DE-33207B456CE7}" dt="2024-06-18T03:04:00.658" v="585" actId="403"/>
        <pc:sldMkLst>
          <pc:docMk/>
          <pc:sldMk cId="0" sldId="268"/>
        </pc:sldMkLst>
        <pc:spChg chg="mod">
          <ac:chgData name="Quang Nguyen" userId="5d670127fb4ed1d3" providerId="LiveId" clId="{69EE9044-281E-4734-97DE-33207B456CE7}" dt="2024-06-17T15:44:27.437" v="339" actId="113"/>
          <ac:spMkLst>
            <pc:docMk/>
            <pc:sldMk cId="0" sldId="268"/>
            <ac:spMk id="178" creationId="{00000000-0000-0000-0000-000000000000}"/>
          </ac:spMkLst>
        </pc:spChg>
        <pc:spChg chg="mod">
          <ac:chgData name="Quang Nguyen" userId="5d670127fb4ed1d3" providerId="LiveId" clId="{69EE9044-281E-4734-97DE-33207B456CE7}" dt="2024-06-18T03:04:00.658" v="585" actId="403"/>
          <ac:spMkLst>
            <pc:docMk/>
            <pc:sldMk cId="0" sldId="268"/>
            <ac:spMk id="179" creationId="{00000000-0000-0000-0000-000000000000}"/>
          </ac:spMkLst>
        </pc:spChg>
      </pc:sldChg>
      <pc:sldChg chg="modSp mod">
        <pc:chgData name="Quang Nguyen" userId="5d670127fb4ed1d3" providerId="LiveId" clId="{69EE9044-281E-4734-97DE-33207B456CE7}" dt="2024-06-18T03:04:10.469" v="590" actId="403"/>
        <pc:sldMkLst>
          <pc:docMk/>
          <pc:sldMk cId="0" sldId="269"/>
        </pc:sldMkLst>
        <pc:spChg chg="mod">
          <ac:chgData name="Quang Nguyen" userId="5d670127fb4ed1d3" providerId="LiveId" clId="{69EE9044-281E-4734-97DE-33207B456CE7}" dt="2024-06-17T15:44:24.301" v="338" actId="113"/>
          <ac:spMkLst>
            <pc:docMk/>
            <pc:sldMk cId="0" sldId="269"/>
            <ac:spMk id="187" creationId="{00000000-0000-0000-0000-000000000000}"/>
          </ac:spMkLst>
        </pc:spChg>
        <pc:spChg chg="mod">
          <ac:chgData name="Quang Nguyen" userId="5d670127fb4ed1d3" providerId="LiveId" clId="{69EE9044-281E-4734-97DE-33207B456CE7}" dt="2024-06-18T03:04:10.469" v="590" actId="403"/>
          <ac:spMkLst>
            <pc:docMk/>
            <pc:sldMk cId="0" sldId="269"/>
            <ac:spMk id="188" creationId="{00000000-0000-0000-0000-000000000000}"/>
          </ac:spMkLst>
        </pc:spChg>
        <pc:spChg chg="mod">
          <ac:chgData name="Quang Nguyen" userId="5d670127fb4ed1d3" providerId="LiveId" clId="{69EE9044-281E-4734-97DE-33207B456CE7}" dt="2024-06-17T15:18:13.836" v="247" actId="14100"/>
          <ac:spMkLst>
            <pc:docMk/>
            <pc:sldMk cId="0" sldId="269"/>
            <ac:spMk id="190" creationId="{00000000-0000-0000-0000-000000000000}"/>
          </ac:spMkLst>
        </pc:spChg>
        <pc:spChg chg="mod">
          <ac:chgData name="Quang Nguyen" userId="5d670127fb4ed1d3" providerId="LiveId" clId="{69EE9044-281E-4734-97DE-33207B456CE7}" dt="2024-06-17T14:41:08.187" v="93" actId="14100"/>
          <ac:spMkLst>
            <pc:docMk/>
            <pc:sldMk cId="0" sldId="269"/>
            <ac:spMk id="192" creationId="{00000000-0000-0000-0000-000000000000}"/>
          </ac:spMkLst>
        </pc:spChg>
        <pc:spChg chg="mod">
          <ac:chgData name="Quang Nguyen" userId="5d670127fb4ed1d3" providerId="LiveId" clId="{69EE9044-281E-4734-97DE-33207B456CE7}" dt="2024-06-17T14:41:10.995" v="94" actId="14100"/>
          <ac:spMkLst>
            <pc:docMk/>
            <pc:sldMk cId="0" sldId="269"/>
            <ac:spMk id="193" creationId="{00000000-0000-0000-0000-000000000000}"/>
          </ac:spMkLst>
        </pc:spChg>
      </pc:sldChg>
      <pc:sldChg chg="modSp mod">
        <pc:chgData name="Quang Nguyen" userId="5d670127fb4ed1d3" providerId="LiveId" clId="{69EE9044-281E-4734-97DE-33207B456CE7}" dt="2024-06-18T03:04:18.572" v="595" actId="403"/>
        <pc:sldMkLst>
          <pc:docMk/>
          <pc:sldMk cId="0" sldId="270"/>
        </pc:sldMkLst>
        <pc:spChg chg="mod">
          <ac:chgData name="Quang Nguyen" userId="5d670127fb4ed1d3" providerId="LiveId" clId="{69EE9044-281E-4734-97DE-33207B456CE7}" dt="2024-06-17T15:44:21.510" v="337" actId="113"/>
          <ac:spMkLst>
            <pc:docMk/>
            <pc:sldMk cId="0" sldId="270"/>
            <ac:spMk id="199" creationId="{00000000-0000-0000-0000-000000000000}"/>
          </ac:spMkLst>
        </pc:spChg>
        <pc:spChg chg="mod">
          <ac:chgData name="Quang Nguyen" userId="5d670127fb4ed1d3" providerId="LiveId" clId="{69EE9044-281E-4734-97DE-33207B456CE7}" dt="2024-06-18T03:04:18.572" v="595" actId="403"/>
          <ac:spMkLst>
            <pc:docMk/>
            <pc:sldMk cId="0" sldId="270"/>
            <ac:spMk id="200" creationId="{00000000-0000-0000-0000-000000000000}"/>
          </ac:spMkLst>
        </pc:spChg>
        <pc:spChg chg="mod">
          <ac:chgData name="Quang Nguyen" userId="5d670127fb4ed1d3" providerId="LiveId" clId="{69EE9044-281E-4734-97DE-33207B456CE7}" dt="2024-06-17T14:41:46.932" v="95" actId="14100"/>
          <ac:spMkLst>
            <pc:docMk/>
            <pc:sldMk cId="0" sldId="270"/>
            <ac:spMk id="201" creationId="{00000000-0000-0000-0000-000000000000}"/>
          </ac:spMkLst>
        </pc:spChg>
        <pc:spChg chg="mod">
          <ac:chgData name="Quang Nguyen" userId="5d670127fb4ed1d3" providerId="LiveId" clId="{69EE9044-281E-4734-97DE-33207B456CE7}" dt="2024-06-17T15:18:16.705" v="248" actId="14100"/>
          <ac:spMkLst>
            <pc:docMk/>
            <pc:sldMk cId="0" sldId="270"/>
            <ac:spMk id="202" creationId="{00000000-0000-0000-0000-000000000000}"/>
          </ac:spMkLst>
        </pc:spChg>
        <pc:spChg chg="mod">
          <ac:chgData name="Quang Nguyen" userId="5d670127fb4ed1d3" providerId="LiveId" clId="{69EE9044-281E-4734-97DE-33207B456CE7}" dt="2024-06-17T15:22:11.804" v="262" actId="13822"/>
          <ac:spMkLst>
            <pc:docMk/>
            <pc:sldMk cId="0" sldId="270"/>
            <ac:spMk id="203" creationId="{00000000-0000-0000-0000-000000000000}"/>
          </ac:spMkLst>
        </pc:spChg>
      </pc:sldChg>
      <pc:sldChg chg="addSp delSp modSp mod">
        <pc:chgData name="Quang Nguyen" userId="5d670127fb4ed1d3" providerId="LiveId" clId="{69EE9044-281E-4734-97DE-33207B456CE7}" dt="2024-06-18T03:04:25.676" v="600" actId="403"/>
        <pc:sldMkLst>
          <pc:docMk/>
          <pc:sldMk cId="0" sldId="271"/>
        </pc:sldMkLst>
        <pc:spChg chg="add mod">
          <ac:chgData name="Quang Nguyen" userId="5d670127fb4ed1d3" providerId="LiveId" clId="{69EE9044-281E-4734-97DE-33207B456CE7}" dt="2024-06-17T15:22:19.913" v="264"/>
          <ac:spMkLst>
            <pc:docMk/>
            <pc:sldMk cId="0" sldId="271"/>
            <ac:spMk id="2" creationId="{E930118B-1EBA-28C5-5414-FF54D8A113E2}"/>
          </ac:spMkLst>
        </pc:spChg>
        <pc:spChg chg="mod">
          <ac:chgData name="Quang Nguyen" userId="5d670127fb4ed1d3" providerId="LiveId" clId="{69EE9044-281E-4734-97DE-33207B456CE7}" dt="2024-06-17T15:44:35.956" v="341"/>
          <ac:spMkLst>
            <pc:docMk/>
            <pc:sldMk cId="0" sldId="271"/>
            <ac:spMk id="209" creationId="{00000000-0000-0000-0000-000000000000}"/>
          </ac:spMkLst>
        </pc:spChg>
        <pc:spChg chg="mod">
          <ac:chgData name="Quang Nguyen" userId="5d670127fb4ed1d3" providerId="LiveId" clId="{69EE9044-281E-4734-97DE-33207B456CE7}" dt="2024-06-18T03:04:25.676" v="600" actId="403"/>
          <ac:spMkLst>
            <pc:docMk/>
            <pc:sldMk cId="0" sldId="271"/>
            <ac:spMk id="210" creationId="{00000000-0000-0000-0000-000000000000}"/>
          </ac:spMkLst>
        </pc:spChg>
        <pc:spChg chg="mod">
          <ac:chgData name="Quang Nguyen" userId="5d670127fb4ed1d3" providerId="LiveId" clId="{69EE9044-281E-4734-97DE-33207B456CE7}" dt="2024-06-17T14:41:56.679" v="96" actId="14100"/>
          <ac:spMkLst>
            <pc:docMk/>
            <pc:sldMk cId="0" sldId="271"/>
            <ac:spMk id="211" creationId="{00000000-0000-0000-0000-000000000000}"/>
          </ac:spMkLst>
        </pc:spChg>
        <pc:spChg chg="mod">
          <ac:chgData name="Quang Nguyen" userId="5d670127fb4ed1d3" providerId="LiveId" clId="{69EE9044-281E-4734-97DE-33207B456CE7}" dt="2024-06-17T15:18:20.243" v="249" actId="14100"/>
          <ac:spMkLst>
            <pc:docMk/>
            <pc:sldMk cId="0" sldId="271"/>
            <ac:spMk id="212" creationId="{00000000-0000-0000-0000-000000000000}"/>
          </ac:spMkLst>
        </pc:spChg>
        <pc:spChg chg="del">
          <ac:chgData name="Quang Nguyen" userId="5d670127fb4ed1d3" providerId="LiveId" clId="{69EE9044-281E-4734-97DE-33207B456CE7}" dt="2024-06-17T15:22:18.772" v="263" actId="478"/>
          <ac:spMkLst>
            <pc:docMk/>
            <pc:sldMk cId="0" sldId="271"/>
            <ac:spMk id="213" creationId="{00000000-0000-0000-0000-000000000000}"/>
          </ac:spMkLst>
        </pc:spChg>
      </pc:sldChg>
      <pc:sldChg chg="addSp delSp modSp mod">
        <pc:chgData name="Quang Nguyen" userId="5d670127fb4ed1d3" providerId="LiveId" clId="{69EE9044-281E-4734-97DE-33207B456CE7}" dt="2024-06-18T03:04:32.594" v="605" actId="403"/>
        <pc:sldMkLst>
          <pc:docMk/>
          <pc:sldMk cId="0" sldId="272"/>
        </pc:sldMkLst>
        <pc:spChg chg="mod">
          <ac:chgData name="Quang Nguyen" userId="5d670127fb4ed1d3" providerId="LiveId" clId="{69EE9044-281E-4734-97DE-33207B456CE7}" dt="2024-06-17T15:44:38.638" v="342"/>
          <ac:spMkLst>
            <pc:docMk/>
            <pc:sldMk cId="0" sldId="272"/>
            <ac:spMk id="218" creationId="{00000000-0000-0000-0000-000000000000}"/>
          </ac:spMkLst>
        </pc:spChg>
        <pc:spChg chg="mod">
          <ac:chgData name="Quang Nguyen" userId="5d670127fb4ed1d3" providerId="LiveId" clId="{69EE9044-281E-4734-97DE-33207B456CE7}" dt="2024-06-18T03:04:32.594" v="605" actId="403"/>
          <ac:spMkLst>
            <pc:docMk/>
            <pc:sldMk cId="0" sldId="272"/>
            <ac:spMk id="219" creationId="{00000000-0000-0000-0000-000000000000}"/>
          </ac:spMkLst>
        </pc:spChg>
        <pc:spChg chg="mod">
          <ac:chgData name="Quang Nguyen" userId="5d670127fb4ed1d3" providerId="LiveId" clId="{69EE9044-281E-4734-97DE-33207B456CE7}" dt="2024-06-17T14:17:24.119" v="2" actId="20577"/>
          <ac:spMkLst>
            <pc:docMk/>
            <pc:sldMk cId="0" sldId="272"/>
            <ac:spMk id="220" creationId="{00000000-0000-0000-0000-000000000000}"/>
          </ac:spMkLst>
        </pc:spChg>
        <pc:spChg chg="mod">
          <ac:chgData name="Quang Nguyen" userId="5d670127fb4ed1d3" providerId="LiveId" clId="{69EE9044-281E-4734-97DE-33207B456CE7}" dt="2024-06-17T15:18:30.699" v="251" actId="1076"/>
          <ac:spMkLst>
            <pc:docMk/>
            <pc:sldMk cId="0" sldId="272"/>
            <ac:spMk id="221" creationId="{00000000-0000-0000-0000-000000000000}"/>
          </ac:spMkLst>
        </pc:spChg>
        <pc:picChg chg="add del mod">
          <ac:chgData name="Quang Nguyen" userId="5d670127fb4ed1d3" providerId="LiveId" clId="{69EE9044-281E-4734-97DE-33207B456CE7}" dt="2024-06-18T02:36:17.841" v="512" actId="478"/>
          <ac:picMkLst>
            <pc:docMk/>
            <pc:sldMk cId="0" sldId="272"/>
            <ac:picMk id="3" creationId="{C088EB9D-966B-32D6-8B0F-10B4B5B5786E}"/>
          </ac:picMkLst>
        </pc:picChg>
        <pc:picChg chg="add mod">
          <ac:chgData name="Quang Nguyen" userId="5d670127fb4ed1d3" providerId="LiveId" clId="{69EE9044-281E-4734-97DE-33207B456CE7}" dt="2024-06-18T02:36:38.092" v="518" actId="1076"/>
          <ac:picMkLst>
            <pc:docMk/>
            <pc:sldMk cId="0" sldId="272"/>
            <ac:picMk id="4" creationId="{74A55240-827B-7EDA-BA7E-04AC32710DA6}"/>
          </ac:picMkLst>
        </pc:picChg>
        <pc:picChg chg="del mod">
          <ac:chgData name="Quang Nguyen" userId="5d670127fb4ed1d3" providerId="LiveId" clId="{69EE9044-281E-4734-97DE-33207B456CE7}" dt="2024-06-17T14:35:44.158" v="43" actId="478"/>
          <ac:picMkLst>
            <pc:docMk/>
            <pc:sldMk cId="0" sldId="272"/>
            <ac:picMk id="222" creationId="{00000000-0000-0000-0000-000000000000}"/>
          </ac:picMkLst>
        </pc:picChg>
      </pc:sldChg>
      <pc:sldChg chg="addSp delSp modSp mod">
        <pc:chgData name="Quang Nguyen" userId="5d670127fb4ed1d3" providerId="LiveId" clId="{69EE9044-281E-4734-97DE-33207B456CE7}" dt="2024-06-18T03:04:38.492" v="610" actId="403"/>
        <pc:sldMkLst>
          <pc:docMk/>
          <pc:sldMk cId="0" sldId="273"/>
        </pc:sldMkLst>
        <pc:spChg chg="add mod">
          <ac:chgData name="Quang Nguyen" userId="5d670127fb4ed1d3" providerId="LiveId" clId="{69EE9044-281E-4734-97DE-33207B456CE7}" dt="2024-06-17T15:22:30.875" v="266"/>
          <ac:spMkLst>
            <pc:docMk/>
            <pc:sldMk cId="0" sldId="273"/>
            <ac:spMk id="2" creationId="{D5454465-4239-F67D-C325-A912720BADA0}"/>
          </ac:spMkLst>
        </pc:spChg>
        <pc:spChg chg="mod">
          <ac:chgData name="Quang Nguyen" userId="5d670127fb4ed1d3" providerId="LiveId" clId="{69EE9044-281E-4734-97DE-33207B456CE7}" dt="2024-06-17T15:44:41.220" v="343"/>
          <ac:spMkLst>
            <pc:docMk/>
            <pc:sldMk cId="0" sldId="273"/>
            <ac:spMk id="228" creationId="{00000000-0000-0000-0000-000000000000}"/>
          </ac:spMkLst>
        </pc:spChg>
        <pc:spChg chg="mod">
          <ac:chgData name="Quang Nguyen" userId="5d670127fb4ed1d3" providerId="LiveId" clId="{69EE9044-281E-4734-97DE-33207B456CE7}" dt="2024-06-18T03:04:38.492" v="610" actId="403"/>
          <ac:spMkLst>
            <pc:docMk/>
            <pc:sldMk cId="0" sldId="273"/>
            <ac:spMk id="229" creationId="{00000000-0000-0000-0000-000000000000}"/>
          </ac:spMkLst>
        </pc:spChg>
        <pc:spChg chg="mod">
          <ac:chgData name="Quang Nguyen" userId="5d670127fb4ed1d3" providerId="LiveId" clId="{69EE9044-281E-4734-97DE-33207B456CE7}" dt="2024-06-17T15:18:25.890" v="250" actId="14100"/>
          <ac:spMkLst>
            <pc:docMk/>
            <pc:sldMk cId="0" sldId="273"/>
            <ac:spMk id="231" creationId="{00000000-0000-0000-0000-000000000000}"/>
          </ac:spMkLst>
        </pc:spChg>
        <pc:spChg chg="del">
          <ac:chgData name="Quang Nguyen" userId="5d670127fb4ed1d3" providerId="LiveId" clId="{69EE9044-281E-4734-97DE-33207B456CE7}" dt="2024-06-17T15:22:29.888" v="265" actId="478"/>
          <ac:spMkLst>
            <pc:docMk/>
            <pc:sldMk cId="0" sldId="273"/>
            <ac:spMk id="232" creationId="{00000000-0000-0000-0000-000000000000}"/>
          </ac:spMkLst>
        </pc:spChg>
      </pc:sldChg>
      <pc:sldChg chg="addSp delSp modSp mod">
        <pc:chgData name="Quang Nguyen" userId="5d670127fb4ed1d3" providerId="LiveId" clId="{69EE9044-281E-4734-97DE-33207B456CE7}" dt="2024-06-18T03:04:44.743" v="615" actId="403"/>
        <pc:sldMkLst>
          <pc:docMk/>
          <pc:sldMk cId="0" sldId="274"/>
        </pc:sldMkLst>
        <pc:spChg chg="add mod">
          <ac:chgData name="Quang Nguyen" userId="5d670127fb4ed1d3" providerId="LiveId" clId="{69EE9044-281E-4734-97DE-33207B456CE7}" dt="2024-06-17T15:23:06.905" v="268"/>
          <ac:spMkLst>
            <pc:docMk/>
            <pc:sldMk cId="0" sldId="274"/>
            <ac:spMk id="2" creationId="{C392AFBC-1AFF-4ED2-9EBA-9F124960AF78}"/>
          </ac:spMkLst>
        </pc:spChg>
        <pc:spChg chg="mod">
          <ac:chgData name="Quang Nguyen" userId="5d670127fb4ed1d3" providerId="LiveId" clId="{69EE9044-281E-4734-97DE-33207B456CE7}" dt="2024-06-17T15:44:43.964" v="344"/>
          <ac:spMkLst>
            <pc:docMk/>
            <pc:sldMk cId="0" sldId="274"/>
            <ac:spMk id="238" creationId="{00000000-0000-0000-0000-000000000000}"/>
          </ac:spMkLst>
        </pc:spChg>
        <pc:spChg chg="mod">
          <ac:chgData name="Quang Nguyen" userId="5d670127fb4ed1d3" providerId="LiveId" clId="{69EE9044-281E-4734-97DE-33207B456CE7}" dt="2024-06-18T03:04:44.743" v="615" actId="403"/>
          <ac:spMkLst>
            <pc:docMk/>
            <pc:sldMk cId="0" sldId="274"/>
            <ac:spMk id="239" creationId="{00000000-0000-0000-0000-000000000000}"/>
          </ac:spMkLst>
        </pc:spChg>
        <pc:spChg chg="mod">
          <ac:chgData name="Quang Nguyen" userId="5d670127fb4ed1d3" providerId="LiveId" clId="{69EE9044-281E-4734-97DE-33207B456CE7}" dt="2024-06-17T14:42:39.073" v="98" actId="14100"/>
          <ac:spMkLst>
            <pc:docMk/>
            <pc:sldMk cId="0" sldId="274"/>
            <ac:spMk id="240" creationId="{00000000-0000-0000-0000-000000000000}"/>
          </ac:spMkLst>
        </pc:spChg>
        <pc:spChg chg="mod">
          <ac:chgData name="Quang Nguyen" userId="5d670127fb4ed1d3" providerId="LiveId" clId="{69EE9044-281E-4734-97DE-33207B456CE7}" dt="2024-06-17T15:18:41.831" v="252" actId="14100"/>
          <ac:spMkLst>
            <pc:docMk/>
            <pc:sldMk cId="0" sldId="274"/>
            <ac:spMk id="241" creationId="{00000000-0000-0000-0000-000000000000}"/>
          </ac:spMkLst>
        </pc:spChg>
        <pc:spChg chg="del">
          <ac:chgData name="Quang Nguyen" userId="5d670127fb4ed1d3" providerId="LiveId" clId="{69EE9044-281E-4734-97DE-33207B456CE7}" dt="2024-06-17T15:23:05.919" v="267" actId="478"/>
          <ac:spMkLst>
            <pc:docMk/>
            <pc:sldMk cId="0" sldId="274"/>
            <ac:spMk id="242" creationId="{00000000-0000-0000-0000-000000000000}"/>
          </ac:spMkLst>
        </pc:spChg>
      </pc:sldChg>
      <pc:sldChg chg="modSp mod">
        <pc:chgData name="Quang Nguyen" userId="5d670127fb4ed1d3" providerId="LiveId" clId="{69EE9044-281E-4734-97DE-33207B456CE7}" dt="2024-06-18T03:04:51.705" v="620" actId="403"/>
        <pc:sldMkLst>
          <pc:docMk/>
          <pc:sldMk cId="0" sldId="275"/>
        </pc:sldMkLst>
        <pc:spChg chg="mod">
          <ac:chgData name="Quang Nguyen" userId="5d670127fb4ed1d3" providerId="LiveId" clId="{69EE9044-281E-4734-97DE-33207B456CE7}" dt="2024-06-17T15:44:52.342" v="346" actId="113"/>
          <ac:spMkLst>
            <pc:docMk/>
            <pc:sldMk cId="0" sldId="275"/>
            <ac:spMk id="247" creationId="{00000000-0000-0000-0000-000000000000}"/>
          </ac:spMkLst>
        </pc:spChg>
        <pc:spChg chg="mod">
          <ac:chgData name="Quang Nguyen" userId="5d670127fb4ed1d3" providerId="LiveId" clId="{69EE9044-281E-4734-97DE-33207B456CE7}" dt="2024-06-18T03:04:51.705" v="620" actId="403"/>
          <ac:spMkLst>
            <pc:docMk/>
            <pc:sldMk cId="0" sldId="275"/>
            <ac:spMk id="248" creationId="{00000000-0000-0000-0000-000000000000}"/>
          </ac:spMkLst>
        </pc:spChg>
        <pc:spChg chg="mod">
          <ac:chgData name="Quang Nguyen" userId="5d670127fb4ed1d3" providerId="LiveId" clId="{69EE9044-281E-4734-97DE-33207B456CE7}" dt="2024-06-17T14:43:16.010" v="100" actId="120"/>
          <ac:spMkLst>
            <pc:docMk/>
            <pc:sldMk cId="0" sldId="275"/>
            <ac:spMk id="249" creationId="{00000000-0000-0000-0000-000000000000}"/>
          </ac:spMkLst>
        </pc:spChg>
      </pc:sldChg>
      <pc:sldChg chg="modSp mod">
        <pc:chgData name="Quang Nguyen" userId="5d670127fb4ed1d3" providerId="LiveId" clId="{69EE9044-281E-4734-97DE-33207B456CE7}" dt="2024-06-18T03:04:58.739" v="625" actId="403"/>
        <pc:sldMkLst>
          <pc:docMk/>
          <pc:sldMk cId="0" sldId="276"/>
        </pc:sldMkLst>
        <pc:spChg chg="mod">
          <ac:chgData name="Quang Nguyen" userId="5d670127fb4ed1d3" providerId="LiveId" clId="{69EE9044-281E-4734-97DE-33207B456CE7}" dt="2024-06-17T15:44:56.005" v="347"/>
          <ac:spMkLst>
            <pc:docMk/>
            <pc:sldMk cId="0" sldId="276"/>
            <ac:spMk id="254" creationId="{00000000-0000-0000-0000-000000000000}"/>
          </ac:spMkLst>
        </pc:spChg>
        <pc:spChg chg="mod">
          <ac:chgData name="Quang Nguyen" userId="5d670127fb4ed1d3" providerId="LiveId" clId="{69EE9044-281E-4734-97DE-33207B456CE7}" dt="2024-06-18T03:04:58.739" v="625" actId="403"/>
          <ac:spMkLst>
            <pc:docMk/>
            <pc:sldMk cId="0" sldId="276"/>
            <ac:spMk id="255" creationId="{00000000-0000-0000-0000-000000000000}"/>
          </ac:spMkLst>
        </pc:spChg>
        <pc:spChg chg="mod">
          <ac:chgData name="Quang Nguyen" userId="5d670127fb4ed1d3" providerId="LiveId" clId="{69EE9044-281E-4734-97DE-33207B456CE7}" dt="2024-06-17T14:44:15.588" v="103" actId="123"/>
          <ac:spMkLst>
            <pc:docMk/>
            <pc:sldMk cId="0" sldId="276"/>
            <ac:spMk id="256" creationId="{00000000-0000-0000-0000-000000000000}"/>
          </ac:spMkLst>
        </pc:spChg>
        <pc:spChg chg="mod">
          <ac:chgData name="Quang Nguyen" userId="5d670127fb4ed1d3" providerId="LiveId" clId="{69EE9044-281E-4734-97DE-33207B456CE7}" dt="2024-06-17T15:18:50.138" v="253" actId="14100"/>
          <ac:spMkLst>
            <pc:docMk/>
            <pc:sldMk cId="0" sldId="276"/>
            <ac:spMk id="258" creationId="{00000000-0000-0000-0000-000000000000}"/>
          </ac:spMkLst>
        </pc:spChg>
      </pc:sldChg>
      <pc:sldChg chg="modSp mod">
        <pc:chgData name="Quang Nguyen" userId="5d670127fb4ed1d3" providerId="LiveId" clId="{69EE9044-281E-4734-97DE-33207B456CE7}" dt="2024-06-18T03:05:04.201" v="630" actId="403"/>
        <pc:sldMkLst>
          <pc:docMk/>
          <pc:sldMk cId="0" sldId="277"/>
        </pc:sldMkLst>
        <pc:spChg chg="mod">
          <ac:chgData name="Quang Nguyen" userId="5d670127fb4ed1d3" providerId="LiveId" clId="{69EE9044-281E-4734-97DE-33207B456CE7}" dt="2024-06-17T15:44:59.390" v="348"/>
          <ac:spMkLst>
            <pc:docMk/>
            <pc:sldMk cId="0" sldId="277"/>
            <ac:spMk id="263" creationId="{00000000-0000-0000-0000-000000000000}"/>
          </ac:spMkLst>
        </pc:spChg>
        <pc:spChg chg="mod">
          <ac:chgData name="Quang Nguyen" userId="5d670127fb4ed1d3" providerId="LiveId" clId="{69EE9044-281E-4734-97DE-33207B456CE7}" dt="2024-06-18T03:05:04.201" v="630" actId="403"/>
          <ac:spMkLst>
            <pc:docMk/>
            <pc:sldMk cId="0" sldId="277"/>
            <ac:spMk id="264" creationId="{00000000-0000-0000-0000-000000000000}"/>
          </ac:spMkLst>
        </pc:spChg>
        <pc:spChg chg="mod">
          <ac:chgData name="Quang Nguyen" userId="5d670127fb4ed1d3" providerId="LiveId" clId="{69EE9044-281E-4734-97DE-33207B456CE7}" dt="2024-06-17T14:46:15.097" v="134" actId="14100"/>
          <ac:spMkLst>
            <pc:docMk/>
            <pc:sldMk cId="0" sldId="277"/>
            <ac:spMk id="265" creationId="{00000000-0000-0000-0000-000000000000}"/>
          </ac:spMkLst>
        </pc:spChg>
        <pc:spChg chg="mod">
          <ac:chgData name="Quang Nguyen" userId="5d670127fb4ed1d3" providerId="LiveId" clId="{69EE9044-281E-4734-97DE-33207B456CE7}" dt="2024-06-18T02:37:50.009" v="523" actId="1076"/>
          <ac:spMkLst>
            <pc:docMk/>
            <pc:sldMk cId="0" sldId="277"/>
            <ac:spMk id="268" creationId="{00000000-0000-0000-0000-000000000000}"/>
          </ac:spMkLst>
        </pc:spChg>
        <pc:spChg chg="mod">
          <ac:chgData name="Quang Nguyen" userId="5d670127fb4ed1d3" providerId="LiveId" clId="{69EE9044-281E-4734-97DE-33207B456CE7}" dt="2024-06-18T02:37:44.774" v="520" actId="1076"/>
          <ac:spMkLst>
            <pc:docMk/>
            <pc:sldMk cId="0" sldId="277"/>
            <ac:spMk id="269" creationId="{00000000-0000-0000-0000-000000000000}"/>
          </ac:spMkLst>
        </pc:spChg>
        <pc:picChg chg="mod">
          <ac:chgData name="Quang Nguyen" userId="5d670127fb4ed1d3" providerId="LiveId" clId="{69EE9044-281E-4734-97DE-33207B456CE7}" dt="2024-06-18T02:37:47.449" v="522" actId="1076"/>
          <ac:picMkLst>
            <pc:docMk/>
            <pc:sldMk cId="0" sldId="277"/>
            <ac:picMk id="266" creationId="{00000000-0000-0000-0000-000000000000}"/>
          </ac:picMkLst>
        </pc:picChg>
        <pc:picChg chg="mod">
          <ac:chgData name="Quang Nguyen" userId="5d670127fb4ed1d3" providerId="LiveId" clId="{69EE9044-281E-4734-97DE-33207B456CE7}" dt="2024-06-18T02:37:46.220" v="521" actId="1076"/>
          <ac:picMkLst>
            <pc:docMk/>
            <pc:sldMk cId="0" sldId="277"/>
            <ac:picMk id="267" creationId="{00000000-0000-0000-0000-000000000000}"/>
          </ac:picMkLst>
        </pc:picChg>
      </pc:sldChg>
      <pc:sldChg chg="addSp modSp mod">
        <pc:chgData name="Quang Nguyen" userId="5d670127fb4ed1d3" providerId="LiveId" clId="{69EE9044-281E-4734-97DE-33207B456CE7}" dt="2024-06-18T03:06:52.477" v="669" actId="1076"/>
        <pc:sldMkLst>
          <pc:docMk/>
          <pc:sldMk cId="0" sldId="278"/>
        </pc:sldMkLst>
        <pc:spChg chg="add mod">
          <ac:chgData name="Quang Nguyen" userId="5d670127fb4ed1d3" providerId="LiveId" clId="{69EE9044-281E-4734-97DE-33207B456CE7}" dt="2024-06-18T02:31:10.508" v="511" actId="207"/>
          <ac:spMkLst>
            <pc:docMk/>
            <pc:sldMk cId="0" sldId="278"/>
            <ac:spMk id="2" creationId="{296B6B57-D909-804C-F19E-DC3481F91C6F}"/>
          </ac:spMkLst>
        </pc:spChg>
        <pc:spChg chg="mod">
          <ac:chgData name="Quang Nguyen" userId="5d670127fb4ed1d3" providerId="LiveId" clId="{69EE9044-281E-4734-97DE-33207B456CE7}" dt="2024-06-17T15:45:03.844" v="349"/>
          <ac:spMkLst>
            <pc:docMk/>
            <pc:sldMk cId="0" sldId="278"/>
            <ac:spMk id="274" creationId="{00000000-0000-0000-0000-000000000000}"/>
          </ac:spMkLst>
        </pc:spChg>
        <pc:spChg chg="mod">
          <ac:chgData name="Quang Nguyen" userId="5d670127fb4ed1d3" providerId="LiveId" clId="{69EE9044-281E-4734-97DE-33207B456CE7}" dt="2024-06-18T03:05:12.312" v="635" actId="403"/>
          <ac:spMkLst>
            <pc:docMk/>
            <pc:sldMk cId="0" sldId="278"/>
            <ac:spMk id="275" creationId="{00000000-0000-0000-0000-000000000000}"/>
          </ac:spMkLst>
        </pc:spChg>
        <pc:graphicFrameChg chg="mod modGraphic">
          <ac:chgData name="Quang Nguyen" userId="5d670127fb4ed1d3" providerId="LiveId" clId="{69EE9044-281E-4734-97DE-33207B456CE7}" dt="2024-06-18T03:06:52.477" v="669" actId="1076"/>
          <ac:graphicFrameMkLst>
            <pc:docMk/>
            <pc:sldMk cId="0" sldId="278"/>
            <ac:graphicFrameMk id="277" creationId="{00000000-0000-0000-0000-000000000000}"/>
          </ac:graphicFrameMkLst>
        </pc:graphicFrameChg>
      </pc:sldChg>
      <pc:sldChg chg="modSp mod">
        <pc:chgData name="Quang Nguyen" userId="5d670127fb4ed1d3" providerId="LiveId" clId="{69EE9044-281E-4734-97DE-33207B456CE7}" dt="2024-06-18T03:05:17.217" v="640" actId="403"/>
        <pc:sldMkLst>
          <pc:docMk/>
          <pc:sldMk cId="0" sldId="279"/>
        </pc:sldMkLst>
        <pc:spChg chg="mod">
          <ac:chgData name="Quang Nguyen" userId="5d670127fb4ed1d3" providerId="LiveId" clId="{69EE9044-281E-4734-97DE-33207B456CE7}" dt="2024-06-17T15:45:10.708" v="351" actId="113"/>
          <ac:spMkLst>
            <pc:docMk/>
            <pc:sldMk cId="0" sldId="279"/>
            <ac:spMk id="282" creationId="{00000000-0000-0000-0000-000000000000}"/>
          </ac:spMkLst>
        </pc:spChg>
        <pc:spChg chg="mod">
          <ac:chgData name="Quang Nguyen" userId="5d670127fb4ed1d3" providerId="LiveId" clId="{69EE9044-281E-4734-97DE-33207B456CE7}" dt="2024-06-18T03:05:17.217" v="640" actId="403"/>
          <ac:spMkLst>
            <pc:docMk/>
            <pc:sldMk cId="0" sldId="279"/>
            <ac:spMk id="283" creationId="{00000000-0000-0000-0000-000000000000}"/>
          </ac:spMkLst>
        </pc:spChg>
        <pc:spChg chg="mod">
          <ac:chgData name="Quang Nguyen" userId="5d670127fb4ed1d3" providerId="LiveId" clId="{69EE9044-281E-4734-97DE-33207B456CE7}" dt="2024-06-17T14:46:45.385" v="140" actId="14"/>
          <ac:spMkLst>
            <pc:docMk/>
            <pc:sldMk cId="0" sldId="279"/>
            <ac:spMk id="284" creationId="{00000000-0000-0000-0000-000000000000}"/>
          </ac:spMkLst>
        </pc:spChg>
      </pc:sldChg>
      <pc:sldChg chg="modSp mod">
        <pc:chgData name="Quang Nguyen" userId="5d670127fb4ed1d3" providerId="LiveId" clId="{69EE9044-281E-4734-97DE-33207B456CE7}" dt="2024-06-18T03:05:24.127" v="645" actId="403"/>
        <pc:sldMkLst>
          <pc:docMk/>
          <pc:sldMk cId="0" sldId="280"/>
        </pc:sldMkLst>
        <pc:spChg chg="mod">
          <ac:chgData name="Quang Nguyen" userId="5d670127fb4ed1d3" providerId="LiveId" clId="{69EE9044-281E-4734-97DE-33207B456CE7}" dt="2024-06-17T15:45:14.885" v="352"/>
          <ac:spMkLst>
            <pc:docMk/>
            <pc:sldMk cId="0" sldId="280"/>
            <ac:spMk id="289" creationId="{00000000-0000-0000-0000-000000000000}"/>
          </ac:spMkLst>
        </pc:spChg>
        <pc:spChg chg="mod">
          <ac:chgData name="Quang Nguyen" userId="5d670127fb4ed1d3" providerId="LiveId" clId="{69EE9044-281E-4734-97DE-33207B456CE7}" dt="2024-06-18T03:05:24.127" v="645" actId="403"/>
          <ac:spMkLst>
            <pc:docMk/>
            <pc:sldMk cId="0" sldId="280"/>
            <ac:spMk id="290" creationId="{00000000-0000-0000-0000-000000000000}"/>
          </ac:spMkLst>
        </pc:spChg>
      </pc:sldChg>
      <pc:sldChg chg="modSp mod">
        <pc:chgData name="Quang Nguyen" userId="5d670127fb4ed1d3" providerId="LiveId" clId="{69EE9044-281E-4734-97DE-33207B456CE7}" dt="2024-06-18T03:05:35.221" v="650" actId="403"/>
        <pc:sldMkLst>
          <pc:docMk/>
          <pc:sldMk cId="0" sldId="281"/>
        </pc:sldMkLst>
        <pc:spChg chg="mod">
          <ac:chgData name="Quang Nguyen" userId="5d670127fb4ed1d3" providerId="LiveId" clId="{69EE9044-281E-4734-97DE-33207B456CE7}" dt="2024-06-17T15:45:17.823" v="353"/>
          <ac:spMkLst>
            <pc:docMk/>
            <pc:sldMk cId="0" sldId="281"/>
            <ac:spMk id="297" creationId="{00000000-0000-0000-0000-000000000000}"/>
          </ac:spMkLst>
        </pc:spChg>
        <pc:spChg chg="mod">
          <ac:chgData name="Quang Nguyen" userId="5d670127fb4ed1d3" providerId="LiveId" clId="{69EE9044-281E-4734-97DE-33207B456CE7}" dt="2024-06-18T03:05:35.221" v="650" actId="403"/>
          <ac:spMkLst>
            <pc:docMk/>
            <pc:sldMk cId="0" sldId="281"/>
            <ac:spMk id="298" creationId="{00000000-0000-0000-0000-000000000000}"/>
          </ac:spMkLst>
        </pc:spChg>
      </pc:sldChg>
      <pc:sldChg chg="modSp mod">
        <pc:chgData name="Quang Nguyen" userId="5d670127fb4ed1d3" providerId="LiveId" clId="{69EE9044-281E-4734-97DE-33207B456CE7}" dt="2024-06-18T03:05:41.190" v="655" actId="403"/>
        <pc:sldMkLst>
          <pc:docMk/>
          <pc:sldMk cId="0" sldId="282"/>
        </pc:sldMkLst>
        <pc:spChg chg="mod">
          <ac:chgData name="Quang Nguyen" userId="5d670127fb4ed1d3" providerId="LiveId" clId="{69EE9044-281E-4734-97DE-33207B456CE7}" dt="2024-06-17T15:45:21.045" v="354"/>
          <ac:spMkLst>
            <pc:docMk/>
            <pc:sldMk cId="0" sldId="282"/>
            <ac:spMk id="305" creationId="{00000000-0000-0000-0000-000000000000}"/>
          </ac:spMkLst>
        </pc:spChg>
        <pc:spChg chg="mod">
          <ac:chgData name="Quang Nguyen" userId="5d670127fb4ed1d3" providerId="LiveId" clId="{69EE9044-281E-4734-97DE-33207B456CE7}" dt="2024-06-18T03:05:41.190" v="655" actId="403"/>
          <ac:spMkLst>
            <pc:docMk/>
            <pc:sldMk cId="0" sldId="282"/>
            <ac:spMk id="306" creationId="{00000000-0000-0000-0000-000000000000}"/>
          </ac:spMkLst>
        </pc:spChg>
      </pc:sldChg>
      <pc:sldChg chg="del">
        <pc:chgData name="Quang Nguyen" userId="5d670127fb4ed1d3" providerId="LiveId" clId="{69EE9044-281E-4734-97DE-33207B456CE7}" dt="2024-06-17T15:16:41.058" v="242" actId="47"/>
        <pc:sldMkLst>
          <pc:docMk/>
          <pc:sldMk cId="0" sldId="283"/>
        </pc:sldMkLst>
      </pc:sldChg>
      <pc:sldChg chg="modSp mod">
        <pc:chgData name="Quang Nguyen" userId="5d670127fb4ed1d3" providerId="LiveId" clId="{69EE9044-281E-4734-97DE-33207B456CE7}" dt="2024-06-18T03:05:57.902" v="663" actId="403"/>
        <pc:sldMkLst>
          <pc:docMk/>
          <pc:sldMk cId="0" sldId="284"/>
        </pc:sldMkLst>
        <pc:spChg chg="mod">
          <ac:chgData name="Quang Nguyen" userId="5d670127fb4ed1d3" providerId="LiveId" clId="{69EE9044-281E-4734-97DE-33207B456CE7}" dt="2024-06-17T15:45:29.122" v="356" actId="113"/>
          <ac:spMkLst>
            <pc:docMk/>
            <pc:sldMk cId="0" sldId="284"/>
            <ac:spMk id="329" creationId="{00000000-0000-0000-0000-000000000000}"/>
          </ac:spMkLst>
        </pc:spChg>
        <pc:spChg chg="mod">
          <ac:chgData name="Quang Nguyen" userId="5d670127fb4ed1d3" providerId="LiveId" clId="{69EE9044-281E-4734-97DE-33207B456CE7}" dt="2024-06-18T03:05:57.902" v="663" actId="403"/>
          <ac:spMkLst>
            <pc:docMk/>
            <pc:sldMk cId="0" sldId="284"/>
            <ac:spMk id="330" creationId="{00000000-0000-0000-0000-000000000000}"/>
          </ac:spMkLst>
        </pc:spChg>
      </pc:sldChg>
      <pc:sldChg chg="modSp mod">
        <pc:chgData name="Quang Nguyen" userId="5d670127fb4ed1d3" providerId="LiveId" clId="{69EE9044-281E-4734-97DE-33207B456CE7}" dt="2024-06-18T03:06:05.633" v="668" actId="403"/>
        <pc:sldMkLst>
          <pc:docMk/>
          <pc:sldMk cId="0" sldId="285"/>
        </pc:sldMkLst>
        <pc:spChg chg="mod">
          <ac:chgData name="Quang Nguyen" userId="5d670127fb4ed1d3" providerId="LiveId" clId="{69EE9044-281E-4734-97DE-33207B456CE7}" dt="2024-06-17T15:45:35.629" v="358" actId="113"/>
          <ac:spMkLst>
            <pc:docMk/>
            <pc:sldMk cId="0" sldId="285"/>
            <ac:spMk id="336" creationId="{00000000-0000-0000-0000-000000000000}"/>
          </ac:spMkLst>
        </pc:spChg>
        <pc:spChg chg="mod">
          <ac:chgData name="Quang Nguyen" userId="5d670127fb4ed1d3" providerId="LiveId" clId="{69EE9044-281E-4734-97DE-33207B456CE7}" dt="2024-06-18T03:06:05.633" v="668" actId="403"/>
          <ac:spMkLst>
            <pc:docMk/>
            <pc:sldMk cId="0" sldId="285"/>
            <ac:spMk id="337" creationId="{00000000-0000-0000-0000-000000000000}"/>
          </ac:spMkLst>
        </pc:spChg>
      </pc:sldChg>
      <pc:sldChg chg="modSp mod">
        <pc:chgData name="Quang Nguyen" userId="5d670127fb4ed1d3" providerId="LiveId" clId="{69EE9044-281E-4734-97DE-33207B456CE7}" dt="2024-06-17T15:16:48.452" v="243" actId="2711"/>
        <pc:sldMkLst>
          <pc:docMk/>
          <pc:sldMk cId="0" sldId="286"/>
        </pc:sldMkLst>
        <pc:spChg chg="mod">
          <ac:chgData name="Quang Nguyen" userId="5d670127fb4ed1d3" providerId="LiveId" clId="{69EE9044-281E-4734-97DE-33207B456CE7}" dt="2024-06-17T15:16:48.452" v="243" actId="2711"/>
          <ac:spMkLst>
            <pc:docMk/>
            <pc:sldMk cId="0" sldId="286"/>
            <ac:spMk id="343" creationId="{00000000-0000-0000-0000-000000000000}"/>
          </ac:spMkLst>
        </pc:spChg>
      </pc:sldChg>
      <pc:sldChg chg="modSp add mod ord">
        <pc:chgData name="Quang Nguyen" userId="5d670127fb4ed1d3" providerId="LiveId" clId="{69EE9044-281E-4734-97DE-33207B456CE7}" dt="2024-06-18T03:03:21.572" v="572" actId="404"/>
        <pc:sldMkLst>
          <pc:docMk/>
          <pc:sldMk cId="3383452059" sldId="287"/>
        </pc:sldMkLst>
        <pc:spChg chg="mod">
          <ac:chgData name="Quang Nguyen" userId="5d670127fb4ed1d3" providerId="LiveId" clId="{69EE9044-281E-4734-97DE-33207B456CE7}" dt="2024-06-17T15:29:27.937" v="319" actId="207"/>
          <ac:spMkLst>
            <pc:docMk/>
            <pc:sldMk cId="3383452059" sldId="287"/>
            <ac:spMk id="62" creationId="{00000000-0000-0000-0000-000000000000}"/>
          </ac:spMkLst>
        </pc:spChg>
        <pc:spChg chg="mod">
          <ac:chgData name="Quang Nguyen" userId="5d670127fb4ed1d3" providerId="LiveId" clId="{69EE9044-281E-4734-97DE-33207B456CE7}" dt="2024-06-17T15:15:26.724" v="232" actId="207"/>
          <ac:spMkLst>
            <pc:docMk/>
            <pc:sldMk cId="3383452059" sldId="287"/>
            <ac:spMk id="63" creationId="{00000000-0000-0000-0000-000000000000}"/>
          </ac:spMkLst>
        </pc:spChg>
        <pc:spChg chg="mod">
          <ac:chgData name="Quang Nguyen" userId="5d670127fb4ed1d3" providerId="LiveId" clId="{69EE9044-281E-4734-97DE-33207B456CE7}" dt="2024-06-17T15:15:21.386" v="231" actId="207"/>
          <ac:spMkLst>
            <pc:docMk/>
            <pc:sldMk cId="3383452059" sldId="287"/>
            <ac:spMk id="64" creationId="{00000000-0000-0000-0000-000000000000}"/>
          </ac:spMkLst>
        </pc:spChg>
        <pc:spChg chg="mod">
          <ac:chgData name="Quang Nguyen" userId="5d670127fb4ed1d3" providerId="LiveId" clId="{69EE9044-281E-4734-97DE-33207B456CE7}" dt="2024-06-17T15:15:21.386" v="231" actId="207"/>
          <ac:spMkLst>
            <pc:docMk/>
            <pc:sldMk cId="3383452059" sldId="287"/>
            <ac:spMk id="65" creationId="{00000000-0000-0000-0000-000000000000}"/>
          </ac:spMkLst>
        </pc:spChg>
        <pc:spChg chg="mod">
          <ac:chgData name="Quang Nguyen" userId="5d670127fb4ed1d3" providerId="LiveId" clId="{69EE9044-281E-4734-97DE-33207B456CE7}" dt="2024-06-17T15:15:21.386" v="231" actId="207"/>
          <ac:spMkLst>
            <pc:docMk/>
            <pc:sldMk cId="3383452059" sldId="287"/>
            <ac:spMk id="66" creationId="{00000000-0000-0000-0000-000000000000}"/>
          </ac:spMkLst>
        </pc:spChg>
        <pc:spChg chg="mod">
          <ac:chgData name="Quang Nguyen" userId="5d670127fb4ed1d3" providerId="LiveId" clId="{69EE9044-281E-4734-97DE-33207B456CE7}" dt="2024-06-17T15:15:26.724" v="232" actId="207"/>
          <ac:spMkLst>
            <pc:docMk/>
            <pc:sldMk cId="3383452059" sldId="287"/>
            <ac:spMk id="70" creationId="{00000000-0000-0000-0000-000000000000}"/>
          </ac:spMkLst>
        </pc:spChg>
        <pc:spChg chg="mod">
          <ac:chgData name="Quang Nguyen" userId="5d670127fb4ed1d3" providerId="LiveId" clId="{69EE9044-281E-4734-97DE-33207B456CE7}" dt="2024-06-17T15:15:26.724" v="232" actId="207"/>
          <ac:spMkLst>
            <pc:docMk/>
            <pc:sldMk cId="3383452059" sldId="287"/>
            <ac:spMk id="71" creationId="{00000000-0000-0000-0000-000000000000}"/>
          </ac:spMkLst>
        </pc:spChg>
        <pc:spChg chg="mod">
          <ac:chgData name="Quang Nguyen" userId="5d670127fb4ed1d3" providerId="LiveId" clId="{69EE9044-281E-4734-97DE-33207B456CE7}" dt="2024-06-18T03:03:21.572" v="572" actId="404"/>
          <ac:spMkLst>
            <pc:docMk/>
            <pc:sldMk cId="3383452059" sldId="287"/>
            <ac:spMk id="73" creationId="{00000000-0000-0000-0000-000000000000}"/>
          </ac:spMkLst>
        </pc:spChg>
      </pc:sldChg>
      <pc:sldChg chg="modSp add mod ord">
        <pc:chgData name="Quang Nguyen" userId="5d670127fb4ed1d3" providerId="LiveId" clId="{69EE9044-281E-4734-97DE-33207B456CE7}" dt="2024-06-18T03:05:49.429" v="658" actId="404"/>
        <pc:sldMkLst>
          <pc:docMk/>
          <pc:sldMk cId="1156468700" sldId="288"/>
        </pc:sldMkLst>
        <pc:spChg chg="mod">
          <ac:chgData name="Quang Nguyen" userId="5d670127fb4ed1d3" providerId="LiveId" clId="{69EE9044-281E-4734-97DE-33207B456CE7}" dt="2024-06-17T15:29:34.139" v="320" actId="207"/>
          <ac:spMkLst>
            <pc:docMk/>
            <pc:sldMk cId="1156468700" sldId="288"/>
            <ac:spMk id="62" creationId="{00000000-0000-0000-0000-000000000000}"/>
          </ac:spMkLst>
        </pc:spChg>
        <pc:spChg chg="mod">
          <ac:chgData name="Quang Nguyen" userId="5d670127fb4ed1d3" providerId="LiveId" clId="{69EE9044-281E-4734-97DE-33207B456CE7}" dt="2024-06-17T15:16:05.149" v="233" actId="207"/>
          <ac:spMkLst>
            <pc:docMk/>
            <pc:sldMk cId="1156468700" sldId="288"/>
            <ac:spMk id="64" creationId="{00000000-0000-0000-0000-000000000000}"/>
          </ac:spMkLst>
        </pc:spChg>
        <pc:spChg chg="mod">
          <ac:chgData name="Quang Nguyen" userId="5d670127fb4ed1d3" providerId="LiveId" clId="{69EE9044-281E-4734-97DE-33207B456CE7}" dt="2024-06-17T15:16:05.149" v="233" actId="207"/>
          <ac:spMkLst>
            <pc:docMk/>
            <pc:sldMk cId="1156468700" sldId="288"/>
            <ac:spMk id="65" creationId="{00000000-0000-0000-0000-000000000000}"/>
          </ac:spMkLst>
        </pc:spChg>
        <pc:spChg chg="mod">
          <ac:chgData name="Quang Nguyen" userId="5d670127fb4ed1d3" providerId="LiveId" clId="{69EE9044-281E-4734-97DE-33207B456CE7}" dt="2024-06-17T15:16:05.149" v="233" actId="207"/>
          <ac:spMkLst>
            <pc:docMk/>
            <pc:sldMk cId="1156468700" sldId="288"/>
            <ac:spMk id="66" creationId="{00000000-0000-0000-0000-000000000000}"/>
          </ac:spMkLst>
        </pc:spChg>
        <pc:spChg chg="mod">
          <ac:chgData name="Quang Nguyen" userId="5d670127fb4ed1d3" providerId="LiveId" clId="{69EE9044-281E-4734-97DE-33207B456CE7}" dt="2024-06-17T15:16:05.149" v="233" actId="207"/>
          <ac:spMkLst>
            <pc:docMk/>
            <pc:sldMk cId="1156468700" sldId="288"/>
            <ac:spMk id="67" creationId="{00000000-0000-0000-0000-000000000000}"/>
          </ac:spMkLst>
        </pc:spChg>
        <pc:spChg chg="mod">
          <ac:chgData name="Quang Nguyen" userId="5d670127fb4ed1d3" providerId="LiveId" clId="{69EE9044-281E-4734-97DE-33207B456CE7}" dt="2024-06-17T15:16:05.149" v="233" actId="207"/>
          <ac:spMkLst>
            <pc:docMk/>
            <pc:sldMk cId="1156468700" sldId="288"/>
            <ac:spMk id="68" creationId="{00000000-0000-0000-0000-000000000000}"/>
          </ac:spMkLst>
        </pc:spChg>
        <pc:spChg chg="mod">
          <ac:chgData name="Quang Nguyen" userId="5d670127fb4ed1d3" providerId="LiveId" clId="{69EE9044-281E-4734-97DE-33207B456CE7}" dt="2024-06-17T15:16:05.149" v="233" actId="207"/>
          <ac:spMkLst>
            <pc:docMk/>
            <pc:sldMk cId="1156468700" sldId="288"/>
            <ac:spMk id="69" creationId="{00000000-0000-0000-0000-000000000000}"/>
          </ac:spMkLst>
        </pc:spChg>
        <pc:spChg chg="mod">
          <ac:chgData name="Quang Nguyen" userId="5d670127fb4ed1d3" providerId="LiveId" clId="{69EE9044-281E-4734-97DE-33207B456CE7}" dt="2024-06-18T03:05:49.429" v="658" actId="404"/>
          <ac:spMkLst>
            <pc:docMk/>
            <pc:sldMk cId="1156468700" sldId="288"/>
            <ac:spMk id="73" creationId="{00000000-0000-0000-0000-000000000000}"/>
          </ac:spMkLst>
        </pc:spChg>
      </pc:sldChg>
      <pc:sldChg chg="modSp add mod ord">
        <pc:chgData name="Quang Nguyen" userId="5d670127fb4ed1d3" providerId="LiveId" clId="{69EE9044-281E-4734-97DE-33207B456CE7}" dt="2024-06-18T03:00:05.215" v="527" actId="404"/>
        <pc:sldMkLst>
          <pc:docMk/>
          <pc:sldMk cId="2256324767" sldId="289"/>
        </pc:sldMkLst>
        <pc:spChg chg="mod">
          <ac:chgData name="Quang Nguyen" userId="5d670127fb4ed1d3" providerId="LiveId" clId="{69EE9044-281E-4734-97DE-33207B456CE7}" dt="2024-06-17T15:29:15.359" v="317" actId="207"/>
          <ac:spMkLst>
            <pc:docMk/>
            <pc:sldMk cId="2256324767" sldId="289"/>
            <ac:spMk id="62" creationId="{00000000-0000-0000-0000-000000000000}"/>
          </ac:spMkLst>
        </pc:spChg>
        <pc:spChg chg="mod">
          <ac:chgData name="Quang Nguyen" userId="5d670127fb4ed1d3" providerId="LiveId" clId="{69EE9044-281E-4734-97DE-33207B456CE7}" dt="2024-06-18T03:00:05.215" v="527" actId="404"/>
          <ac:spMkLst>
            <pc:docMk/>
            <pc:sldMk cId="2256324767" sldId="289"/>
            <ac:spMk id="73" creationId="{00000000-0000-0000-0000-000000000000}"/>
          </ac:spMkLst>
        </pc:spChg>
      </pc:sldChg>
      <pc:sldMasterChg chg="modSldLayout">
        <pc:chgData name="Quang Nguyen" userId="5d670127fb4ed1d3" providerId="LiveId" clId="{69EE9044-281E-4734-97DE-33207B456CE7}" dt="2024-06-18T02:59:46.060" v="524" actId="207"/>
        <pc:sldMasterMkLst>
          <pc:docMk/>
          <pc:sldMasterMk cId="0" sldId="2147483648"/>
        </pc:sldMasterMkLst>
        <pc:sldLayoutChg chg="modSp">
          <pc:chgData name="Quang Nguyen" userId="5d670127fb4ed1d3" providerId="LiveId" clId="{69EE9044-281E-4734-97DE-33207B456CE7}" dt="2024-06-18T02:59:46.060" v="524" actId="207"/>
          <pc:sldLayoutMkLst>
            <pc:docMk/>
            <pc:sldMasterMk cId="0" sldId="2147483648"/>
            <pc:sldLayoutMk cId="0" sldId="2147483650"/>
          </pc:sldLayoutMkLst>
          <pc:spChg chg="mod">
            <ac:chgData name="Quang Nguyen" userId="5d670127fb4ed1d3" providerId="LiveId" clId="{69EE9044-281E-4734-97DE-33207B456CE7}" dt="2024-06-18T02:59:46.060" v="524" actId="207"/>
            <ac:spMkLst>
              <pc:docMk/>
              <pc:sldMasterMk cId="0" sldId="2147483648"/>
              <pc:sldLayoutMk cId="0" sldId="2147483650"/>
              <ac:spMk id="42" creationId="{00000000-0000-0000-0000-000000000000}"/>
            </ac:spMkLst>
          </pc:spChg>
        </pc:sldLayoutChg>
      </pc:sldMasterChg>
    </pc:docChg>
  </pc:docChgLst>
  <pc:docChgLst>
    <pc:chgData name="Quang Nguyen" userId="5d670127fb4ed1d3" providerId="LiveId" clId="{84490C82-48EA-4FB1-A22F-A83A10849784}"/>
    <pc:docChg chg="undo custSel addSld delSld modSld sldOrd">
      <pc:chgData name="Quang Nguyen" userId="5d670127fb4ed1d3" providerId="LiveId" clId="{84490C82-48EA-4FB1-A22F-A83A10849784}" dt="2024-08-07T02:40:25.954" v="2858" actId="20577"/>
      <pc:docMkLst>
        <pc:docMk/>
      </pc:docMkLst>
      <pc:sldChg chg="modSp mod">
        <pc:chgData name="Quang Nguyen" userId="5d670127fb4ed1d3" providerId="LiveId" clId="{84490C82-48EA-4FB1-A22F-A83A10849784}" dt="2024-08-05T08:31:17.199" v="386" actId="403"/>
        <pc:sldMkLst>
          <pc:docMk/>
          <pc:sldMk cId="0" sldId="256"/>
        </pc:sldMkLst>
        <pc:spChg chg="mod">
          <ac:chgData name="Quang Nguyen" userId="5d670127fb4ed1d3" providerId="LiveId" clId="{84490C82-48EA-4FB1-A22F-A83A10849784}" dt="2024-08-05T08:31:17.199" v="386" actId="403"/>
          <ac:spMkLst>
            <pc:docMk/>
            <pc:sldMk cId="0" sldId="256"/>
            <ac:spMk id="54" creationId="{00000000-0000-0000-0000-000000000000}"/>
          </ac:spMkLst>
        </pc:spChg>
      </pc:sldChg>
      <pc:sldChg chg="del">
        <pc:chgData name="Quang Nguyen" userId="5d670127fb4ed1d3" providerId="LiveId" clId="{84490C82-48EA-4FB1-A22F-A83A10849784}" dt="2024-08-05T08:01:05.275" v="133" actId="2696"/>
        <pc:sldMkLst>
          <pc:docMk/>
          <pc:sldMk cId="0" sldId="257"/>
        </pc:sldMkLst>
      </pc:sldChg>
      <pc:sldChg chg="modSp mod">
        <pc:chgData name="Quang Nguyen" userId="5d670127fb4ed1d3" providerId="LiveId" clId="{84490C82-48EA-4FB1-A22F-A83A10849784}" dt="2024-08-07T02:04:46.942" v="2709" actId="12"/>
        <pc:sldMkLst>
          <pc:docMk/>
          <pc:sldMk cId="0" sldId="259"/>
        </pc:sldMkLst>
        <pc:spChg chg="mod">
          <ac:chgData name="Quang Nguyen" userId="5d670127fb4ed1d3" providerId="LiveId" clId="{84490C82-48EA-4FB1-A22F-A83A10849784}" dt="2024-08-05T08:31:37.755" v="387"/>
          <ac:spMkLst>
            <pc:docMk/>
            <pc:sldMk cId="0" sldId="259"/>
            <ac:spMk id="94" creationId="{00000000-0000-0000-0000-000000000000}"/>
          </ac:spMkLst>
        </pc:spChg>
        <pc:spChg chg="mod">
          <ac:chgData name="Quang Nguyen" userId="5d670127fb4ed1d3" providerId="LiveId" clId="{84490C82-48EA-4FB1-A22F-A83A10849784}" dt="2024-08-07T02:04:46.942" v="2709" actId="12"/>
          <ac:spMkLst>
            <pc:docMk/>
            <pc:sldMk cId="0" sldId="259"/>
            <ac:spMk id="96" creationId="{00000000-0000-0000-0000-000000000000}"/>
          </ac:spMkLst>
        </pc:spChg>
      </pc:sldChg>
      <pc:sldChg chg="modSp mod">
        <pc:chgData name="Quang Nguyen" userId="5d670127fb4ed1d3" providerId="LiveId" clId="{84490C82-48EA-4FB1-A22F-A83A10849784}" dt="2024-08-07T02:04:53.785" v="2710" actId="12"/>
        <pc:sldMkLst>
          <pc:docMk/>
          <pc:sldMk cId="0" sldId="260"/>
        </pc:sldMkLst>
        <pc:spChg chg="mod">
          <ac:chgData name="Quang Nguyen" userId="5d670127fb4ed1d3" providerId="LiveId" clId="{84490C82-48EA-4FB1-A22F-A83A10849784}" dt="2024-08-07T02:04:53.785" v="2710" actId="12"/>
          <ac:spMkLst>
            <pc:docMk/>
            <pc:sldMk cId="0" sldId="260"/>
            <ac:spMk id="107" creationId="{00000000-0000-0000-0000-000000000000}"/>
          </ac:spMkLst>
        </pc:spChg>
        <pc:spChg chg="mod">
          <ac:chgData name="Quang Nguyen" userId="5d670127fb4ed1d3" providerId="LiveId" clId="{84490C82-48EA-4FB1-A22F-A83A10849784}" dt="2024-08-05T10:06:45.493" v="730" actId="20577"/>
          <ac:spMkLst>
            <pc:docMk/>
            <pc:sldMk cId="0" sldId="260"/>
            <ac:spMk id="110" creationId="{00000000-0000-0000-0000-000000000000}"/>
          </ac:spMkLst>
        </pc:spChg>
        <pc:spChg chg="mod">
          <ac:chgData name="Quang Nguyen" userId="5d670127fb4ed1d3" providerId="LiveId" clId="{84490C82-48EA-4FB1-A22F-A83A10849784}" dt="2024-08-05T10:06:57.043" v="732" actId="20577"/>
          <ac:spMkLst>
            <pc:docMk/>
            <pc:sldMk cId="0" sldId="260"/>
            <ac:spMk id="111" creationId="{00000000-0000-0000-0000-000000000000}"/>
          </ac:spMkLst>
        </pc:spChg>
      </pc:sldChg>
      <pc:sldChg chg="del">
        <pc:chgData name="Quang Nguyen" userId="5d670127fb4ed1d3" providerId="LiveId" clId="{84490C82-48EA-4FB1-A22F-A83A10849784}" dt="2024-08-05T09:57:12.538" v="556" actId="47"/>
        <pc:sldMkLst>
          <pc:docMk/>
          <pc:sldMk cId="0" sldId="261"/>
        </pc:sldMkLst>
      </pc:sldChg>
      <pc:sldChg chg="del">
        <pc:chgData name="Quang Nguyen" userId="5d670127fb4ed1d3" providerId="LiveId" clId="{84490C82-48EA-4FB1-A22F-A83A10849784}" dt="2024-08-05T08:08:00.014" v="342" actId="47"/>
        <pc:sldMkLst>
          <pc:docMk/>
          <pc:sldMk cId="0" sldId="262"/>
        </pc:sldMkLst>
      </pc:sldChg>
      <pc:sldChg chg="modSp mod">
        <pc:chgData name="Quang Nguyen" userId="5d670127fb4ed1d3" providerId="LiveId" clId="{84490C82-48EA-4FB1-A22F-A83A10849784}" dt="2024-08-07T02:04:59.686" v="2711" actId="12"/>
        <pc:sldMkLst>
          <pc:docMk/>
          <pc:sldMk cId="0" sldId="263"/>
        </pc:sldMkLst>
        <pc:spChg chg="mod">
          <ac:chgData name="Quang Nguyen" userId="5d670127fb4ed1d3" providerId="LiveId" clId="{84490C82-48EA-4FB1-A22F-A83A10849784}" dt="2024-08-07T02:04:59.686" v="2711" actId="12"/>
          <ac:spMkLst>
            <pc:docMk/>
            <pc:sldMk cId="0" sldId="263"/>
            <ac:spMk id="132" creationId="{00000000-0000-0000-0000-000000000000}"/>
          </ac:spMkLst>
        </pc:spChg>
      </pc:sldChg>
      <pc:sldChg chg="modSp mod">
        <pc:chgData name="Quang Nguyen" userId="5d670127fb4ed1d3" providerId="LiveId" clId="{84490C82-48EA-4FB1-A22F-A83A10849784}" dt="2024-08-07T02:39:33.458" v="2848" actId="948"/>
        <pc:sldMkLst>
          <pc:docMk/>
          <pc:sldMk cId="0" sldId="264"/>
        </pc:sldMkLst>
        <pc:spChg chg="mod">
          <ac:chgData name="Quang Nguyen" userId="5d670127fb4ed1d3" providerId="LiveId" clId="{84490C82-48EA-4FB1-A22F-A83A10849784}" dt="2024-08-07T02:39:33.458" v="2848" actId="948"/>
          <ac:spMkLst>
            <pc:docMk/>
            <pc:sldMk cId="0" sldId="264"/>
            <ac:spMk id="140" creationId="{00000000-0000-0000-0000-000000000000}"/>
          </ac:spMkLst>
        </pc:spChg>
      </pc:sldChg>
      <pc:sldChg chg="modSp mod">
        <pc:chgData name="Quang Nguyen" userId="5d670127fb4ed1d3" providerId="LiveId" clId="{84490C82-48EA-4FB1-A22F-A83A10849784}" dt="2024-08-07T02:05:21.165" v="2715" actId="12"/>
        <pc:sldMkLst>
          <pc:docMk/>
          <pc:sldMk cId="0" sldId="265"/>
        </pc:sldMkLst>
        <pc:spChg chg="mod">
          <ac:chgData name="Quang Nguyen" userId="5d670127fb4ed1d3" providerId="LiveId" clId="{84490C82-48EA-4FB1-A22F-A83A10849784}" dt="2024-08-07T02:05:21.165" v="2715" actId="12"/>
          <ac:spMkLst>
            <pc:docMk/>
            <pc:sldMk cId="0" sldId="265"/>
            <ac:spMk id="148" creationId="{00000000-0000-0000-0000-000000000000}"/>
          </ac:spMkLst>
        </pc:spChg>
      </pc:sldChg>
      <pc:sldChg chg="del">
        <pc:chgData name="Quang Nguyen" userId="5d670127fb4ed1d3" providerId="LiveId" clId="{84490C82-48EA-4FB1-A22F-A83A10849784}" dt="2024-08-05T08:11:33.961" v="360" actId="47"/>
        <pc:sldMkLst>
          <pc:docMk/>
          <pc:sldMk cId="0" sldId="267"/>
        </pc:sldMkLst>
      </pc:sldChg>
      <pc:sldChg chg="del">
        <pc:chgData name="Quang Nguyen" userId="5d670127fb4ed1d3" providerId="LiveId" clId="{84490C82-48EA-4FB1-A22F-A83A10849784}" dt="2024-08-05T08:11:37.794" v="361" actId="47"/>
        <pc:sldMkLst>
          <pc:docMk/>
          <pc:sldMk cId="0" sldId="268"/>
        </pc:sldMkLst>
      </pc:sldChg>
      <pc:sldChg chg="del">
        <pc:chgData name="Quang Nguyen" userId="5d670127fb4ed1d3" providerId="LiveId" clId="{84490C82-48EA-4FB1-A22F-A83A10849784}" dt="2024-08-05T08:11:38.802" v="362" actId="47"/>
        <pc:sldMkLst>
          <pc:docMk/>
          <pc:sldMk cId="0" sldId="269"/>
        </pc:sldMkLst>
      </pc:sldChg>
      <pc:sldChg chg="del">
        <pc:chgData name="Quang Nguyen" userId="5d670127fb4ed1d3" providerId="LiveId" clId="{84490C82-48EA-4FB1-A22F-A83A10849784}" dt="2024-08-05T08:11:40.098" v="363" actId="47"/>
        <pc:sldMkLst>
          <pc:docMk/>
          <pc:sldMk cId="0" sldId="270"/>
        </pc:sldMkLst>
      </pc:sldChg>
      <pc:sldChg chg="del">
        <pc:chgData name="Quang Nguyen" userId="5d670127fb4ed1d3" providerId="LiveId" clId="{84490C82-48EA-4FB1-A22F-A83A10849784}" dt="2024-08-05T08:11:41.463" v="364" actId="47"/>
        <pc:sldMkLst>
          <pc:docMk/>
          <pc:sldMk cId="0" sldId="271"/>
        </pc:sldMkLst>
      </pc:sldChg>
      <pc:sldChg chg="del">
        <pc:chgData name="Quang Nguyen" userId="5d670127fb4ed1d3" providerId="LiveId" clId="{84490C82-48EA-4FB1-A22F-A83A10849784}" dt="2024-08-05T08:11:42.903" v="365" actId="47"/>
        <pc:sldMkLst>
          <pc:docMk/>
          <pc:sldMk cId="0" sldId="272"/>
        </pc:sldMkLst>
      </pc:sldChg>
      <pc:sldChg chg="del">
        <pc:chgData name="Quang Nguyen" userId="5d670127fb4ed1d3" providerId="LiveId" clId="{84490C82-48EA-4FB1-A22F-A83A10849784}" dt="2024-08-05T08:11:55.987" v="366" actId="47"/>
        <pc:sldMkLst>
          <pc:docMk/>
          <pc:sldMk cId="0" sldId="273"/>
        </pc:sldMkLst>
      </pc:sldChg>
      <pc:sldChg chg="del">
        <pc:chgData name="Quang Nguyen" userId="5d670127fb4ed1d3" providerId="LiveId" clId="{84490C82-48EA-4FB1-A22F-A83A10849784}" dt="2024-08-05T08:11:57.766" v="367" actId="47"/>
        <pc:sldMkLst>
          <pc:docMk/>
          <pc:sldMk cId="0" sldId="274"/>
        </pc:sldMkLst>
      </pc:sldChg>
      <pc:sldChg chg="addSp delSp modSp del mod">
        <pc:chgData name="Quang Nguyen" userId="5d670127fb4ed1d3" providerId="LiveId" clId="{84490C82-48EA-4FB1-A22F-A83A10849784}" dt="2024-08-06T08:12:16.686" v="2664" actId="47"/>
        <pc:sldMkLst>
          <pc:docMk/>
          <pc:sldMk cId="0" sldId="275"/>
        </pc:sldMkLst>
        <pc:spChg chg="add mod">
          <ac:chgData name="Quang Nguyen" userId="5d670127fb4ed1d3" providerId="LiveId" clId="{84490C82-48EA-4FB1-A22F-A83A10849784}" dt="2024-08-06T08:08:17.782" v="2648" actId="1076"/>
          <ac:spMkLst>
            <pc:docMk/>
            <pc:sldMk cId="0" sldId="275"/>
            <ac:spMk id="2" creationId="{83EAE5FF-5DBC-B7F6-19C3-4CE64F780D40}"/>
          </ac:spMkLst>
        </pc:spChg>
        <pc:spChg chg="add del mod">
          <ac:chgData name="Quang Nguyen" userId="5d670127fb4ed1d3" providerId="LiveId" clId="{84490C82-48EA-4FB1-A22F-A83A10849784}" dt="2024-08-06T08:03:51.370" v="2617" actId="21"/>
          <ac:spMkLst>
            <pc:docMk/>
            <pc:sldMk cId="0" sldId="275"/>
            <ac:spMk id="4" creationId="{84FCFB62-CD76-8A5D-9FE3-BF1652D23CA3}"/>
          </ac:spMkLst>
        </pc:spChg>
        <pc:spChg chg="add">
          <ac:chgData name="Quang Nguyen" userId="5d670127fb4ed1d3" providerId="LiveId" clId="{84490C82-48EA-4FB1-A22F-A83A10849784}" dt="2024-08-06T08:09:35.726" v="2652"/>
          <ac:spMkLst>
            <pc:docMk/>
            <pc:sldMk cId="0" sldId="275"/>
            <ac:spMk id="5" creationId="{519ADE82-A9AF-2227-EB9E-1E277EA0F8A6}"/>
          </ac:spMkLst>
        </pc:spChg>
        <pc:spChg chg="add mod">
          <ac:chgData name="Quang Nguyen" userId="5d670127fb4ed1d3" providerId="LiveId" clId="{84490C82-48EA-4FB1-A22F-A83A10849784}" dt="2024-08-06T08:09:40.168" v="2654"/>
          <ac:spMkLst>
            <pc:docMk/>
            <pc:sldMk cId="0" sldId="275"/>
            <ac:spMk id="6" creationId="{8684BC1C-E9A3-188D-85CB-E3BFECD6FC67}"/>
          </ac:spMkLst>
        </pc:spChg>
        <pc:spChg chg="add del mod">
          <ac:chgData name="Quang Nguyen" userId="5d670127fb4ed1d3" providerId="LiveId" clId="{84490C82-48EA-4FB1-A22F-A83A10849784}" dt="2024-08-06T08:09:50.564" v="2657" actId="478"/>
          <ac:spMkLst>
            <pc:docMk/>
            <pc:sldMk cId="0" sldId="275"/>
            <ac:spMk id="7" creationId="{05FE5914-9797-0168-A834-9A150E4AA424}"/>
          </ac:spMkLst>
        </pc:spChg>
        <pc:spChg chg="add del mod">
          <ac:chgData name="Quang Nguyen" userId="5d670127fb4ed1d3" providerId="LiveId" clId="{84490C82-48EA-4FB1-A22F-A83A10849784}" dt="2024-08-06T08:09:53.460" v="2659" actId="478"/>
          <ac:spMkLst>
            <pc:docMk/>
            <pc:sldMk cId="0" sldId="275"/>
            <ac:spMk id="8" creationId="{441B0E4F-F40D-8ED4-9F2E-4464D32A50F7}"/>
          </ac:spMkLst>
        </pc:spChg>
        <pc:spChg chg="mod">
          <ac:chgData name="Quang Nguyen" userId="5d670127fb4ed1d3" providerId="LiveId" clId="{84490C82-48EA-4FB1-A22F-A83A10849784}" dt="2024-08-05T08:12:03.987" v="375" actId="20577"/>
          <ac:spMkLst>
            <pc:docMk/>
            <pc:sldMk cId="0" sldId="275"/>
            <ac:spMk id="247" creationId="{00000000-0000-0000-0000-000000000000}"/>
          </ac:spMkLst>
        </pc:spChg>
        <pc:spChg chg="mod">
          <ac:chgData name="Quang Nguyen" userId="5d670127fb4ed1d3" providerId="LiveId" clId="{84490C82-48EA-4FB1-A22F-A83A10849784}" dt="2024-08-06T08:06:23.949" v="2634" actId="14100"/>
          <ac:spMkLst>
            <pc:docMk/>
            <pc:sldMk cId="0" sldId="275"/>
            <ac:spMk id="249" creationId="{00000000-0000-0000-0000-000000000000}"/>
          </ac:spMkLst>
        </pc:spChg>
        <pc:picChg chg="add del mod modCrop">
          <ac:chgData name="Quang Nguyen" userId="5d670127fb4ed1d3" providerId="LiveId" clId="{84490C82-48EA-4FB1-A22F-A83A10849784}" dt="2024-08-06T08:03:47.516" v="2616" actId="478"/>
          <ac:picMkLst>
            <pc:docMk/>
            <pc:sldMk cId="0" sldId="275"/>
            <ac:picMk id="3" creationId="{82339799-2287-2024-D2FA-21EF7F481A0F}"/>
          </ac:picMkLst>
        </pc:picChg>
        <pc:picChg chg="add del mod">
          <ac:chgData name="Quang Nguyen" userId="5d670127fb4ed1d3" providerId="LiveId" clId="{84490C82-48EA-4FB1-A22F-A83A10849784}" dt="2024-08-06T08:08:05.282" v="2644" actId="478"/>
          <ac:picMkLst>
            <pc:docMk/>
            <pc:sldMk cId="0" sldId="275"/>
            <ac:picMk id="1026" creationId="{B981B2F5-3D1D-7C92-C9FE-BB58AA3F37AB}"/>
          </ac:picMkLst>
        </pc:picChg>
        <pc:picChg chg="add del mod">
          <ac:chgData name="Quang Nguyen" userId="5d670127fb4ed1d3" providerId="LiveId" clId="{84490C82-48EA-4FB1-A22F-A83A10849784}" dt="2024-08-06T08:09:35.169" v="2651" actId="478"/>
          <ac:picMkLst>
            <pc:docMk/>
            <pc:sldMk cId="0" sldId="275"/>
            <ac:picMk id="1028" creationId="{F6877E60-AEBB-19C7-F4D3-575F21E763DA}"/>
          </ac:picMkLst>
        </pc:picChg>
        <pc:picChg chg="add del mod">
          <ac:chgData name="Quang Nguyen" userId="5d670127fb4ed1d3" providerId="LiveId" clId="{84490C82-48EA-4FB1-A22F-A83A10849784}" dt="2024-08-06T08:12:05.690" v="2663" actId="478"/>
          <ac:picMkLst>
            <pc:docMk/>
            <pc:sldMk cId="0" sldId="275"/>
            <ac:picMk id="1038" creationId="{0DDE34B6-75A0-3D87-672C-413AF1849242}"/>
          </ac:picMkLst>
        </pc:picChg>
      </pc:sldChg>
      <pc:sldChg chg="del">
        <pc:chgData name="Quang Nguyen" userId="5d670127fb4ed1d3" providerId="LiveId" clId="{84490C82-48EA-4FB1-A22F-A83A10849784}" dt="2024-08-05T08:31:08.850" v="385" actId="47"/>
        <pc:sldMkLst>
          <pc:docMk/>
          <pc:sldMk cId="0" sldId="276"/>
        </pc:sldMkLst>
      </pc:sldChg>
      <pc:sldChg chg="del">
        <pc:chgData name="Quang Nguyen" userId="5d670127fb4ed1d3" providerId="LiveId" clId="{84490C82-48EA-4FB1-A22F-A83A10849784}" dt="2024-08-05T08:31:08.024" v="384" actId="47"/>
        <pc:sldMkLst>
          <pc:docMk/>
          <pc:sldMk cId="0" sldId="277"/>
        </pc:sldMkLst>
      </pc:sldChg>
      <pc:sldChg chg="del">
        <pc:chgData name="Quang Nguyen" userId="5d670127fb4ed1d3" providerId="LiveId" clId="{84490C82-48EA-4FB1-A22F-A83A10849784}" dt="2024-08-05T08:31:07.448" v="383" actId="47"/>
        <pc:sldMkLst>
          <pc:docMk/>
          <pc:sldMk cId="0" sldId="278"/>
        </pc:sldMkLst>
      </pc:sldChg>
      <pc:sldChg chg="del">
        <pc:chgData name="Quang Nguyen" userId="5d670127fb4ed1d3" providerId="LiveId" clId="{84490C82-48EA-4FB1-A22F-A83A10849784}" dt="2024-08-05T08:31:06.853" v="382" actId="47"/>
        <pc:sldMkLst>
          <pc:docMk/>
          <pc:sldMk cId="0" sldId="279"/>
        </pc:sldMkLst>
      </pc:sldChg>
      <pc:sldChg chg="del">
        <pc:chgData name="Quang Nguyen" userId="5d670127fb4ed1d3" providerId="LiveId" clId="{84490C82-48EA-4FB1-A22F-A83A10849784}" dt="2024-08-05T08:31:05.707" v="381" actId="47"/>
        <pc:sldMkLst>
          <pc:docMk/>
          <pc:sldMk cId="0" sldId="280"/>
        </pc:sldMkLst>
      </pc:sldChg>
      <pc:sldChg chg="del">
        <pc:chgData name="Quang Nguyen" userId="5d670127fb4ed1d3" providerId="LiveId" clId="{84490C82-48EA-4FB1-A22F-A83A10849784}" dt="2024-08-05T08:31:04.273" v="380" actId="47"/>
        <pc:sldMkLst>
          <pc:docMk/>
          <pc:sldMk cId="0" sldId="281"/>
        </pc:sldMkLst>
      </pc:sldChg>
      <pc:sldChg chg="del">
        <pc:chgData name="Quang Nguyen" userId="5d670127fb4ed1d3" providerId="LiveId" clId="{84490C82-48EA-4FB1-A22F-A83A10849784}" dt="2024-08-05T08:31:02.784" v="379" actId="47"/>
        <pc:sldMkLst>
          <pc:docMk/>
          <pc:sldMk cId="0" sldId="282"/>
        </pc:sldMkLst>
      </pc:sldChg>
      <pc:sldChg chg="del">
        <pc:chgData name="Quang Nguyen" userId="5d670127fb4ed1d3" providerId="LiveId" clId="{84490C82-48EA-4FB1-A22F-A83A10849784}" dt="2024-08-05T08:31:01.184" v="377" actId="47"/>
        <pc:sldMkLst>
          <pc:docMk/>
          <pc:sldMk cId="0" sldId="284"/>
        </pc:sldMkLst>
      </pc:sldChg>
      <pc:sldChg chg="del">
        <pc:chgData name="Quang Nguyen" userId="5d670127fb4ed1d3" providerId="LiveId" clId="{84490C82-48EA-4FB1-A22F-A83A10849784}" dt="2024-08-05T08:31:02.193" v="378" actId="47"/>
        <pc:sldMkLst>
          <pc:docMk/>
          <pc:sldMk cId="0" sldId="285"/>
        </pc:sldMkLst>
      </pc:sldChg>
      <pc:sldChg chg="del">
        <pc:chgData name="Quang Nguyen" userId="5d670127fb4ed1d3" providerId="LiveId" clId="{84490C82-48EA-4FB1-A22F-A83A10849784}" dt="2024-08-05T08:11:31.180" v="359" actId="47"/>
        <pc:sldMkLst>
          <pc:docMk/>
          <pc:sldMk cId="3383452059" sldId="287"/>
        </pc:sldMkLst>
      </pc:sldChg>
      <pc:sldChg chg="del">
        <pc:chgData name="Quang Nguyen" userId="5d670127fb4ed1d3" providerId="LiveId" clId="{84490C82-48EA-4FB1-A22F-A83A10849784}" dt="2024-08-05T08:31:00.321" v="376" actId="47"/>
        <pc:sldMkLst>
          <pc:docMk/>
          <pc:sldMk cId="1156468700" sldId="288"/>
        </pc:sldMkLst>
      </pc:sldChg>
      <pc:sldChg chg="addSp delSp modSp mod">
        <pc:chgData name="Quang Nguyen" userId="5d670127fb4ed1d3" providerId="LiveId" clId="{84490C82-48EA-4FB1-A22F-A83A10849784}" dt="2024-08-07T02:03:21.072" v="2707" actId="1076"/>
        <pc:sldMkLst>
          <pc:docMk/>
          <pc:sldMk cId="2256324767" sldId="289"/>
        </pc:sldMkLst>
        <pc:spChg chg="add del mod">
          <ac:chgData name="Quang Nguyen" userId="5d670127fb4ed1d3" providerId="LiveId" clId="{84490C82-48EA-4FB1-A22F-A83A10849784}" dt="2024-08-05T08:04:16.866" v="290" actId="478"/>
          <ac:spMkLst>
            <pc:docMk/>
            <pc:sldMk cId="2256324767" sldId="289"/>
            <ac:spMk id="3" creationId="{1AB42448-DA8D-8DBF-D3F3-9CC66E0E6FC6}"/>
          </ac:spMkLst>
        </pc:spChg>
        <pc:spChg chg="add del mod">
          <ac:chgData name="Quang Nguyen" userId="5d670127fb4ed1d3" providerId="LiveId" clId="{84490C82-48EA-4FB1-A22F-A83A10849784}" dt="2024-08-05T08:04:21.454" v="293" actId="478"/>
          <ac:spMkLst>
            <pc:docMk/>
            <pc:sldMk cId="2256324767" sldId="289"/>
            <ac:spMk id="5" creationId="{01104D37-0945-4458-35E5-FEA71E29A595}"/>
          </ac:spMkLst>
        </pc:spChg>
        <pc:spChg chg="mod">
          <ac:chgData name="Quang Nguyen" userId="5d670127fb4ed1d3" providerId="LiveId" clId="{84490C82-48EA-4FB1-A22F-A83A10849784}" dt="2024-08-05T08:06:02.908" v="320" actId="403"/>
          <ac:spMkLst>
            <pc:docMk/>
            <pc:sldMk cId="2256324767" sldId="289"/>
            <ac:spMk id="62" creationId="{00000000-0000-0000-0000-000000000000}"/>
          </ac:spMkLst>
        </pc:spChg>
        <pc:spChg chg="mod">
          <ac:chgData name="Quang Nguyen" userId="5d670127fb4ed1d3" providerId="LiveId" clId="{84490C82-48EA-4FB1-A22F-A83A10849784}" dt="2024-08-05T08:06:12.618" v="321" actId="403"/>
          <ac:spMkLst>
            <pc:docMk/>
            <pc:sldMk cId="2256324767" sldId="289"/>
            <ac:spMk id="63" creationId="{00000000-0000-0000-0000-000000000000}"/>
          </ac:spMkLst>
        </pc:spChg>
        <pc:spChg chg="mod">
          <ac:chgData name="Quang Nguyen" userId="5d670127fb4ed1d3" providerId="LiveId" clId="{84490C82-48EA-4FB1-A22F-A83A10849784}" dt="2024-08-05T08:08:50.001" v="344" actId="1076"/>
          <ac:spMkLst>
            <pc:docMk/>
            <pc:sldMk cId="2256324767" sldId="289"/>
            <ac:spMk id="64" creationId="{00000000-0000-0000-0000-000000000000}"/>
          </ac:spMkLst>
        </pc:spChg>
        <pc:spChg chg="del mod">
          <ac:chgData name="Quang Nguyen" userId="5d670127fb4ed1d3" providerId="LiveId" clId="{84490C82-48EA-4FB1-A22F-A83A10849784}" dt="2024-08-05T08:04:14.529" v="289" actId="478"/>
          <ac:spMkLst>
            <pc:docMk/>
            <pc:sldMk cId="2256324767" sldId="289"/>
            <ac:spMk id="65" creationId="{00000000-0000-0000-0000-000000000000}"/>
          </ac:spMkLst>
        </pc:spChg>
        <pc:spChg chg="mod">
          <ac:chgData name="Quang Nguyen" userId="5d670127fb4ed1d3" providerId="LiveId" clId="{84490C82-48EA-4FB1-A22F-A83A10849784}" dt="2024-08-07T02:03:21.072" v="2707" actId="1076"/>
          <ac:spMkLst>
            <pc:docMk/>
            <pc:sldMk cId="2256324767" sldId="289"/>
            <ac:spMk id="66" creationId="{00000000-0000-0000-0000-000000000000}"/>
          </ac:spMkLst>
        </pc:spChg>
        <pc:spChg chg="mod">
          <ac:chgData name="Quang Nguyen" userId="5d670127fb4ed1d3" providerId="LiveId" clId="{84490C82-48EA-4FB1-A22F-A83A10849784}" dt="2024-08-05T08:05:43.135" v="316" actId="403"/>
          <ac:spMkLst>
            <pc:docMk/>
            <pc:sldMk cId="2256324767" sldId="289"/>
            <ac:spMk id="67" creationId="{00000000-0000-0000-0000-000000000000}"/>
          </ac:spMkLst>
        </pc:spChg>
        <pc:spChg chg="mod">
          <ac:chgData name="Quang Nguyen" userId="5d670127fb4ed1d3" providerId="LiveId" clId="{84490C82-48EA-4FB1-A22F-A83A10849784}" dt="2024-08-05T08:08:38.416" v="343" actId="1076"/>
          <ac:spMkLst>
            <pc:docMk/>
            <pc:sldMk cId="2256324767" sldId="289"/>
            <ac:spMk id="68" creationId="{00000000-0000-0000-0000-000000000000}"/>
          </ac:spMkLst>
        </pc:spChg>
        <pc:spChg chg="del mod">
          <ac:chgData name="Quang Nguyen" userId="5d670127fb4ed1d3" providerId="LiveId" clId="{84490C82-48EA-4FB1-A22F-A83A10849784}" dt="2024-08-05T08:04:18.486" v="291" actId="478"/>
          <ac:spMkLst>
            <pc:docMk/>
            <pc:sldMk cId="2256324767" sldId="289"/>
            <ac:spMk id="69" creationId="{00000000-0000-0000-0000-000000000000}"/>
          </ac:spMkLst>
        </pc:spChg>
        <pc:spChg chg="mod">
          <ac:chgData name="Quang Nguyen" userId="5d670127fb4ed1d3" providerId="LiveId" clId="{84490C82-48EA-4FB1-A22F-A83A10849784}" dt="2024-08-05T08:08:38.416" v="343" actId="1076"/>
          <ac:spMkLst>
            <pc:docMk/>
            <pc:sldMk cId="2256324767" sldId="289"/>
            <ac:spMk id="70" creationId="{00000000-0000-0000-0000-000000000000}"/>
          </ac:spMkLst>
        </pc:spChg>
        <pc:spChg chg="del">
          <ac:chgData name="Quang Nguyen" userId="5d670127fb4ed1d3" providerId="LiveId" clId="{84490C82-48EA-4FB1-A22F-A83A10849784}" dt="2024-08-05T08:04:20.086" v="292" actId="478"/>
          <ac:spMkLst>
            <pc:docMk/>
            <pc:sldMk cId="2256324767" sldId="289"/>
            <ac:spMk id="71" creationId="{00000000-0000-0000-0000-000000000000}"/>
          </ac:spMkLst>
        </pc:spChg>
      </pc:sldChg>
      <pc:sldChg chg="addSp delSp modSp add mod">
        <pc:chgData name="Quang Nguyen" userId="5d670127fb4ed1d3" providerId="LiveId" clId="{84490C82-48EA-4FB1-A22F-A83A10849784}" dt="2024-08-07T02:05:26.177" v="2716" actId="12"/>
        <pc:sldMkLst>
          <pc:docMk/>
          <pc:sldMk cId="1555805068" sldId="290"/>
        </pc:sldMkLst>
        <pc:spChg chg="add mod">
          <ac:chgData name="Quang Nguyen" userId="5d670127fb4ed1d3" providerId="LiveId" clId="{84490C82-48EA-4FB1-A22F-A83A10849784}" dt="2024-08-06T08:13:09.088" v="2676" actId="20577"/>
          <ac:spMkLst>
            <pc:docMk/>
            <pc:sldMk cId="1555805068" sldId="290"/>
            <ac:spMk id="2" creationId="{A372D33C-8ECA-D29B-3E2E-2FD501DB954E}"/>
          </ac:spMkLst>
        </pc:spChg>
        <pc:spChg chg="del">
          <ac:chgData name="Quang Nguyen" userId="5d670127fb4ed1d3" providerId="LiveId" clId="{84490C82-48EA-4FB1-A22F-A83A10849784}" dt="2024-08-05T10:13:55.801" v="874" actId="478"/>
          <ac:spMkLst>
            <pc:docMk/>
            <pc:sldMk cId="1555805068" sldId="290"/>
            <ac:spMk id="4" creationId="{84FCFB62-CD76-8A5D-9FE3-BF1652D23CA3}"/>
          </ac:spMkLst>
        </pc:spChg>
        <pc:spChg chg="mod">
          <ac:chgData name="Quang Nguyen" userId="5d670127fb4ed1d3" providerId="LiveId" clId="{84490C82-48EA-4FB1-A22F-A83A10849784}" dt="2024-08-07T02:05:26.177" v="2716" actId="12"/>
          <ac:spMkLst>
            <pc:docMk/>
            <pc:sldMk cId="1555805068" sldId="290"/>
            <ac:spMk id="249" creationId="{00000000-0000-0000-0000-000000000000}"/>
          </ac:spMkLst>
        </pc:spChg>
        <pc:picChg chg="del">
          <ac:chgData name="Quang Nguyen" userId="5d670127fb4ed1d3" providerId="LiveId" clId="{84490C82-48EA-4FB1-A22F-A83A10849784}" dt="2024-08-05T10:13:53.327" v="873" actId="478"/>
          <ac:picMkLst>
            <pc:docMk/>
            <pc:sldMk cId="1555805068" sldId="290"/>
            <ac:picMk id="3" creationId="{82339799-2287-2024-D2FA-21EF7F481A0F}"/>
          </ac:picMkLst>
        </pc:picChg>
        <pc:picChg chg="add mod">
          <ac:chgData name="Quang Nguyen" userId="5d670127fb4ed1d3" providerId="LiveId" clId="{84490C82-48EA-4FB1-A22F-A83A10849784}" dt="2024-08-05T10:14:03.719" v="877" actId="1076"/>
          <ac:picMkLst>
            <pc:docMk/>
            <pc:sldMk cId="1555805068" sldId="290"/>
            <ac:picMk id="1026" creationId="{14D175D5-AF72-FE10-E873-5EDAAA1AF3C7}"/>
          </ac:picMkLst>
        </pc:picChg>
      </pc:sldChg>
      <pc:sldChg chg="addSp delSp modSp add mod">
        <pc:chgData name="Quang Nguyen" userId="5d670127fb4ed1d3" providerId="LiveId" clId="{84490C82-48EA-4FB1-A22F-A83A10849784}" dt="2024-08-07T02:05:35.819" v="2720" actId="12"/>
        <pc:sldMkLst>
          <pc:docMk/>
          <pc:sldMk cId="2794399200" sldId="291"/>
        </pc:sldMkLst>
        <pc:spChg chg="mod">
          <ac:chgData name="Quang Nguyen" userId="5d670127fb4ed1d3" providerId="LiveId" clId="{84490C82-48EA-4FB1-A22F-A83A10849784}" dt="2024-08-06T08:13:11.683" v="2678" actId="20577"/>
          <ac:spMkLst>
            <pc:docMk/>
            <pc:sldMk cId="2794399200" sldId="291"/>
            <ac:spMk id="2" creationId="{A372D33C-8ECA-D29B-3E2E-2FD501DB954E}"/>
          </ac:spMkLst>
        </pc:spChg>
        <pc:spChg chg="mod">
          <ac:chgData name="Quang Nguyen" userId="5d670127fb4ed1d3" providerId="LiveId" clId="{84490C82-48EA-4FB1-A22F-A83A10849784}" dt="2024-08-07T02:05:35.819" v="2720" actId="12"/>
          <ac:spMkLst>
            <pc:docMk/>
            <pc:sldMk cId="2794399200" sldId="291"/>
            <ac:spMk id="249" creationId="{00000000-0000-0000-0000-000000000000}"/>
          </ac:spMkLst>
        </pc:spChg>
        <pc:picChg chg="del">
          <ac:chgData name="Quang Nguyen" userId="5d670127fb4ed1d3" providerId="LiveId" clId="{84490C82-48EA-4FB1-A22F-A83A10849784}" dt="2024-08-05T10:25:21.073" v="1046" actId="478"/>
          <ac:picMkLst>
            <pc:docMk/>
            <pc:sldMk cId="2794399200" sldId="291"/>
            <ac:picMk id="1026" creationId="{14D175D5-AF72-FE10-E873-5EDAAA1AF3C7}"/>
          </ac:picMkLst>
        </pc:picChg>
        <pc:picChg chg="add mod">
          <ac:chgData name="Quang Nguyen" userId="5d670127fb4ed1d3" providerId="LiveId" clId="{84490C82-48EA-4FB1-A22F-A83A10849784}" dt="2024-08-05T10:25:39.116" v="1053" actId="1076"/>
          <ac:picMkLst>
            <pc:docMk/>
            <pc:sldMk cId="2794399200" sldId="291"/>
            <ac:picMk id="2050" creationId="{B111F51B-6BE5-A526-E33B-D9433A84CB6B}"/>
          </ac:picMkLst>
        </pc:picChg>
      </pc:sldChg>
      <pc:sldChg chg="addSp delSp modSp add mod">
        <pc:chgData name="Quang Nguyen" userId="5d670127fb4ed1d3" providerId="LiveId" clId="{84490C82-48EA-4FB1-A22F-A83A10849784}" dt="2024-08-06T08:01:16.813" v="2598" actId="1076"/>
        <pc:sldMkLst>
          <pc:docMk/>
          <pc:sldMk cId="3765194038" sldId="292"/>
        </pc:sldMkLst>
        <pc:spChg chg="del">
          <ac:chgData name="Quang Nguyen" userId="5d670127fb4ed1d3" providerId="LiveId" clId="{84490C82-48EA-4FB1-A22F-A83A10849784}" dt="2024-08-05T10:27:01.544" v="1094" actId="478"/>
          <ac:spMkLst>
            <pc:docMk/>
            <pc:sldMk cId="3765194038" sldId="292"/>
            <ac:spMk id="2" creationId="{A372D33C-8ECA-D29B-3E2E-2FD501DB954E}"/>
          </ac:spMkLst>
        </pc:spChg>
        <pc:spChg chg="add del mod">
          <ac:chgData name="Quang Nguyen" userId="5d670127fb4ed1d3" providerId="LiveId" clId="{84490C82-48EA-4FB1-A22F-A83A10849784}" dt="2024-08-05T10:28:57.852" v="1111" actId="478"/>
          <ac:spMkLst>
            <pc:docMk/>
            <pc:sldMk cId="3765194038" sldId="292"/>
            <ac:spMk id="4" creationId="{ECEF655F-EA09-E9F7-F400-07D88E0D78FA}"/>
          </ac:spMkLst>
        </pc:spChg>
        <pc:spChg chg="add del mod">
          <ac:chgData name="Quang Nguyen" userId="5d670127fb4ed1d3" providerId="LiveId" clId="{84490C82-48EA-4FB1-A22F-A83A10849784}" dt="2024-08-05T10:29:00.865" v="1112" actId="478"/>
          <ac:spMkLst>
            <pc:docMk/>
            <pc:sldMk cId="3765194038" sldId="292"/>
            <ac:spMk id="6" creationId="{D775A348-1CA8-8145-BDEC-9DB117D4C048}"/>
          </ac:spMkLst>
        </pc:spChg>
        <pc:spChg chg="add mod">
          <ac:chgData name="Quang Nguyen" userId="5d670127fb4ed1d3" providerId="LiveId" clId="{84490C82-48EA-4FB1-A22F-A83A10849784}" dt="2024-08-05T10:42:38.349" v="1503" actId="1076"/>
          <ac:spMkLst>
            <pc:docMk/>
            <pc:sldMk cId="3765194038" sldId="292"/>
            <ac:spMk id="7" creationId="{F3009735-8B7B-0173-0E4A-D6089AA18472}"/>
          </ac:spMkLst>
        </pc:spChg>
        <pc:spChg chg="add mod">
          <ac:chgData name="Quang Nguyen" userId="5d670127fb4ed1d3" providerId="LiveId" clId="{84490C82-48EA-4FB1-A22F-A83A10849784}" dt="2024-08-05T10:42:38.349" v="1503" actId="1076"/>
          <ac:spMkLst>
            <pc:docMk/>
            <pc:sldMk cId="3765194038" sldId="292"/>
            <ac:spMk id="8" creationId="{38FAC3DA-22F2-1694-3B20-0074F2DC991E}"/>
          </ac:spMkLst>
        </pc:spChg>
        <pc:spChg chg="add del mod">
          <ac:chgData name="Quang Nguyen" userId="5d670127fb4ed1d3" providerId="LiveId" clId="{84490C82-48EA-4FB1-A22F-A83A10849784}" dt="2024-08-05T10:41:29.474" v="1474" actId="478"/>
          <ac:spMkLst>
            <pc:docMk/>
            <pc:sldMk cId="3765194038" sldId="292"/>
            <ac:spMk id="9" creationId="{65387665-6C08-E895-F768-3044A5B657D6}"/>
          </ac:spMkLst>
        </pc:spChg>
        <pc:spChg chg="add mod">
          <ac:chgData name="Quang Nguyen" userId="5d670127fb4ed1d3" providerId="LiveId" clId="{84490C82-48EA-4FB1-A22F-A83A10849784}" dt="2024-08-06T04:24:36.201" v="2547" actId="20577"/>
          <ac:spMkLst>
            <pc:docMk/>
            <pc:sldMk cId="3765194038" sldId="292"/>
            <ac:spMk id="10" creationId="{4C9C6394-2551-6ED7-8A71-9A6E2DD79716}"/>
          </ac:spMkLst>
        </pc:spChg>
        <pc:spChg chg="add mod">
          <ac:chgData name="Quang Nguyen" userId="5d670127fb4ed1d3" providerId="LiveId" clId="{84490C82-48EA-4FB1-A22F-A83A10849784}" dt="2024-08-06T04:24:44.268" v="2549" actId="20577"/>
          <ac:spMkLst>
            <pc:docMk/>
            <pc:sldMk cId="3765194038" sldId="292"/>
            <ac:spMk id="11" creationId="{C0D1B84F-406A-311B-F9B4-1B47A644CD9C}"/>
          </ac:spMkLst>
        </pc:spChg>
        <pc:spChg chg="add mod">
          <ac:chgData name="Quang Nguyen" userId="5d670127fb4ed1d3" providerId="LiveId" clId="{84490C82-48EA-4FB1-A22F-A83A10849784}" dt="2024-08-05T10:42:38.349" v="1503" actId="1076"/>
          <ac:spMkLst>
            <pc:docMk/>
            <pc:sldMk cId="3765194038" sldId="292"/>
            <ac:spMk id="12" creationId="{1483AA30-274A-C4CA-7035-C07B3F31CC3A}"/>
          </ac:spMkLst>
        </pc:spChg>
        <pc:spChg chg="add del mod">
          <ac:chgData name="Quang Nguyen" userId="5d670127fb4ed1d3" providerId="LiveId" clId="{84490C82-48EA-4FB1-A22F-A83A10849784}" dt="2024-08-05T10:35:25.543" v="1256" actId="478"/>
          <ac:spMkLst>
            <pc:docMk/>
            <pc:sldMk cId="3765194038" sldId="292"/>
            <ac:spMk id="13" creationId="{8A10DB6E-23F3-4133-421D-EF417B93A62F}"/>
          </ac:spMkLst>
        </pc:spChg>
        <pc:spChg chg="add mod">
          <ac:chgData name="Quang Nguyen" userId="5d670127fb4ed1d3" providerId="LiveId" clId="{84490C82-48EA-4FB1-A22F-A83A10849784}" dt="2024-08-06T04:18:56.473" v="2015" actId="1076"/>
          <ac:spMkLst>
            <pc:docMk/>
            <pc:sldMk cId="3765194038" sldId="292"/>
            <ac:spMk id="14" creationId="{7F49A180-D4E9-C046-4E91-269720BDCD3F}"/>
          </ac:spMkLst>
        </pc:spChg>
        <pc:spChg chg="add del mod">
          <ac:chgData name="Quang Nguyen" userId="5d670127fb4ed1d3" providerId="LiveId" clId="{84490C82-48EA-4FB1-A22F-A83A10849784}" dt="2024-08-05T10:43:16.255" v="1515" actId="478"/>
          <ac:spMkLst>
            <pc:docMk/>
            <pc:sldMk cId="3765194038" sldId="292"/>
            <ac:spMk id="15" creationId="{BD58A7F5-4CF9-5CE2-142B-382AA84FD49C}"/>
          </ac:spMkLst>
        </pc:spChg>
        <pc:spChg chg="add mod">
          <ac:chgData name="Quang Nguyen" userId="5d670127fb4ed1d3" providerId="LiveId" clId="{84490C82-48EA-4FB1-A22F-A83A10849784}" dt="2024-08-06T04:19:22.643" v="2019" actId="1076"/>
          <ac:spMkLst>
            <pc:docMk/>
            <pc:sldMk cId="3765194038" sldId="292"/>
            <ac:spMk id="16" creationId="{6AC9F88B-1EB8-F7DE-2805-85BA24B4F0F0}"/>
          </ac:spMkLst>
        </pc:spChg>
        <pc:spChg chg="add mod">
          <ac:chgData name="Quang Nguyen" userId="5d670127fb4ed1d3" providerId="LiveId" clId="{84490C82-48EA-4FB1-A22F-A83A10849784}" dt="2024-08-06T04:24:29.899" v="2544" actId="20577"/>
          <ac:spMkLst>
            <pc:docMk/>
            <pc:sldMk cId="3765194038" sldId="292"/>
            <ac:spMk id="17" creationId="{DC771A9A-5BD2-4713-73AF-623434D52704}"/>
          </ac:spMkLst>
        </pc:spChg>
        <pc:spChg chg="add mod">
          <ac:chgData name="Quang Nguyen" userId="5d670127fb4ed1d3" providerId="LiveId" clId="{84490C82-48EA-4FB1-A22F-A83A10849784}" dt="2024-08-06T08:01:11.909" v="2597" actId="1076"/>
          <ac:spMkLst>
            <pc:docMk/>
            <pc:sldMk cId="3765194038" sldId="292"/>
            <ac:spMk id="18" creationId="{91B3A161-784B-85B0-52E1-5CF9942CB5BB}"/>
          </ac:spMkLst>
        </pc:spChg>
        <pc:spChg chg="add mod">
          <ac:chgData name="Quang Nguyen" userId="5d670127fb4ed1d3" providerId="LiveId" clId="{84490C82-48EA-4FB1-A22F-A83A10849784}" dt="2024-08-06T08:01:16.813" v="2598" actId="1076"/>
          <ac:spMkLst>
            <pc:docMk/>
            <pc:sldMk cId="3765194038" sldId="292"/>
            <ac:spMk id="19" creationId="{585F5636-F4F0-6F52-7333-DFB9E14EF33A}"/>
          </ac:spMkLst>
        </pc:spChg>
        <pc:spChg chg="mod">
          <ac:chgData name="Quang Nguyen" userId="5d670127fb4ed1d3" providerId="LiveId" clId="{84490C82-48EA-4FB1-A22F-A83A10849784}" dt="2024-08-05T10:26:57.238" v="1092" actId="20577"/>
          <ac:spMkLst>
            <pc:docMk/>
            <pc:sldMk cId="3765194038" sldId="292"/>
            <ac:spMk id="247" creationId="{00000000-0000-0000-0000-000000000000}"/>
          </ac:spMkLst>
        </pc:spChg>
        <pc:spChg chg="del">
          <ac:chgData name="Quang Nguyen" userId="5d670127fb4ed1d3" providerId="LiveId" clId="{84490C82-48EA-4FB1-A22F-A83A10849784}" dt="2024-08-05T10:27:03.954" v="1095" actId="478"/>
          <ac:spMkLst>
            <pc:docMk/>
            <pc:sldMk cId="3765194038" sldId="292"/>
            <ac:spMk id="249" creationId="{00000000-0000-0000-0000-000000000000}"/>
          </ac:spMkLst>
        </pc:spChg>
        <pc:picChg chg="del">
          <ac:chgData name="Quang Nguyen" userId="5d670127fb4ed1d3" providerId="LiveId" clId="{84490C82-48EA-4FB1-A22F-A83A10849784}" dt="2024-08-05T10:26:59.647" v="1093" actId="478"/>
          <ac:picMkLst>
            <pc:docMk/>
            <pc:sldMk cId="3765194038" sldId="292"/>
            <ac:picMk id="2050" creationId="{B111F51B-6BE5-A526-E33B-D9433A84CB6B}"/>
          </ac:picMkLst>
        </pc:picChg>
      </pc:sldChg>
      <pc:sldChg chg="addSp delSp modSp new mod">
        <pc:chgData name="Quang Nguyen" userId="5d670127fb4ed1d3" providerId="LiveId" clId="{84490C82-48EA-4FB1-A22F-A83A10849784}" dt="2024-08-06T08:12:59.558" v="2674" actId="1076"/>
        <pc:sldMkLst>
          <pc:docMk/>
          <pc:sldMk cId="3184555338" sldId="293"/>
        </pc:sldMkLst>
        <pc:spChg chg="del">
          <ac:chgData name="Quang Nguyen" userId="5d670127fb4ed1d3" providerId="LiveId" clId="{84490C82-48EA-4FB1-A22F-A83A10849784}" dt="2024-08-06T08:02:39.426" v="2607" actId="478"/>
          <ac:spMkLst>
            <pc:docMk/>
            <pc:sldMk cId="3184555338" sldId="293"/>
            <ac:spMk id="2" creationId="{D20FBCF2-9E69-8187-E0B6-5A1DE60C7A55}"/>
          </ac:spMkLst>
        </pc:spChg>
        <pc:spChg chg="del">
          <ac:chgData name="Quang Nguyen" userId="5d670127fb4ed1d3" providerId="LiveId" clId="{84490C82-48EA-4FB1-A22F-A83A10849784}" dt="2024-08-06T08:02:37.688" v="2606" actId="478"/>
          <ac:spMkLst>
            <pc:docMk/>
            <pc:sldMk cId="3184555338" sldId="293"/>
            <ac:spMk id="4" creationId="{EE1A8453-E586-4476-E4B8-52F549BDD5F5}"/>
          </ac:spMkLst>
        </pc:spChg>
        <pc:spChg chg="add mod">
          <ac:chgData name="Quang Nguyen" userId="5d670127fb4ed1d3" providerId="LiveId" clId="{84490C82-48EA-4FB1-A22F-A83A10849784}" dt="2024-08-06T08:12:59.558" v="2674" actId="1076"/>
          <ac:spMkLst>
            <pc:docMk/>
            <pc:sldMk cId="3184555338" sldId="293"/>
            <ac:spMk id="6" creationId="{84FCFB62-CD76-8A5D-9FE3-BF1652D23CA3}"/>
          </ac:spMkLst>
        </pc:spChg>
        <pc:picChg chg="add mod">
          <ac:chgData name="Quang Nguyen" userId="5d670127fb4ed1d3" providerId="LiveId" clId="{84490C82-48EA-4FB1-A22F-A83A10849784}" dt="2024-08-06T08:03:02.685" v="2615" actId="14100"/>
          <ac:picMkLst>
            <pc:docMk/>
            <pc:sldMk cId="3184555338" sldId="293"/>
            <ac:picMk id="5" creationId="{81E3D282-1A4D-A571-CD62-596ED10F46A8}"/>
          </ac:picMkLst>
        </pc:picChg>
      </pc:sldChg>
      <pc:sldChg chg="modSp add mod ord">
        <pc:chgData name="Quang Nguyen" userId="5d670127fb4ed1d3" providerId="LiveId" clId="{84490C82-48EA-4FB1-A22F-A83A10849784}" dt="2024-08-07T02:40:25.954" v="2858" actId="20577"/>
        <pc:sldMkLst>
          <pc:docMk/>
          <pc:sldMk cId="3014031608" sldId="294"/>
        </pc:sldMkLst>
        <pc:spChg chg="mod">
          <ac:chgData name="Quang Nguyen" userId="5d670127fb4ed1d3" providerId="LiveId" clId="{84490C82-48EA-4FB1-A22F-A83A10849784}" dt="2024-08-07T02:40:25.954" v="2858" actId="20577"/>
          <ac:spMkLst>
            <pc:docMk/>
            <pc:sldMk cId="3014031608" sldId="294"/>
            <ac:spMk id="14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dirty="0"/>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lvl1pPr>
              <a:defRPr>
                <a:latin typeface="FS PF BeauSans Pro" panose="02000500000000020004" pitchFamily="50" charset="0"/>
              </a:defRPr>
            </a:lvl1pPr>
          </a:lstStyle>
          <a:p>
            <a:pPr algn="r"/>
            <a:fld id="{00000000-1234-1234-1234-123412341234}" type="slidenum">
              <a:rPr lang="en-US" sz="1200" smtClean="0">
                <a:solidFill>
                  <a:schemeClr val="dk1"/>
                </a:solidFill>
              </a:rPr>
              <a:pPr algn="r"/>
              <a:t>‹#›</a:t>
            </a:fld>
            <a:endParaRPr lang="en-US" sz="1200" dirty="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33"/>
          <p:cNvSpPr txBox="1">
            <a:spLocks noGrp="1"/>
          </p:cNvSpPr>
          <p:nvPr>
            <p:ph type="ctrTitle"/>
          </p:nvPr>
        </p:nvSpPr>
        <p:spPr>
          <a:xfrm>
            <a:off x="1514641" y="1858265"/>
            <a:ext cx="9182400" cy="2376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6000"/>
              <a:buNone/>
              <a:defRPr sz="64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5200"/>
              <a:buNone/>
              <a:defRPr sz="6933"/>
            </a:lvl2pPr>
            <a:lvl3pPr lvl="2" algn="l">
              <a:lnSpc>
                <a:spcPct val="100000"/>
              </a:lnSpc>
              <a:spcBef>
                <a:spcPts val="0"/>
              </a:spcBef>
              <a:spcAft>
                <a:spcPts val="0"/>
              </a:spcAft>
              <a:buSzPts val="5200"/>
              <a:buNone/>
              <a:defRPr sz="6933"/>
            </a:lvl3pPr>
            <a:lvl4pPr lvl="3" algn="l">
              <a:lnSpc>
                <a:spcPct val="100000"/>
              </a:lnSpc>
              <a:spcBef>
                <a:spcPts val="0"/>
              </a:spcBef>
              <a:spcAft>
                <a:spcPts val="0"/>
              </a:spcAft>
              <a:buSzPts val="5200"/>
              <a:buNone/>
              <a:defRPr sz="6933"/>
            </a:lvl4pPr>
            <a:lvl5pPr lvl="4" algn="l">
              <a:lnSpc>
                <a:spcPct val="100000"/>
              </a:lnSpc>
              <a:spcBef>
                <a:spcPts val="0"/>
              </a:spcBef>
              <a:spcAft>
                <a:spcPts val="0"/>
              </a:spcAft>
              <a:buSzPts val="5200"/>
              <a:buNone/>
              <a:defRPr sz="6933"/>
            </a:lvl5pPr>
            <a:lvl6pPr lvl="5" algn="l">
              <a:lnSpc>
                <a:spcPct val="100000"/>
              </a:lnSpc>
              <a:spcBef>
                <a:spcPts val="0"/>
              </a:spcBef>
              <a:spcAft>
                <a:spcPts val="0"/>
              </a:spcAft>
              <a:buSzPts val="5200"/>
              <a:buNone/>
              <a:defRPr sz="6933"/>
            </a:lvl6pPr>
            <a:lvl7pPr lvl="6" algn="l">
              <a:lnSpc>
                <a:spcPct val="100000"/>
              </a:lnSpc>
              <a:spcBef>
                <a:spcPts val="0"/>
              </a:spcBef>
              <a:spcAft>
                <a:spcPts val="0"/>
              </a:spcAft>
              <a:buSzPts val="5200"/>
              <a:buNone/>
              <a:defRPr sz="6933"/>
            </a:lvl7pPr>
            <a:lvl8pPr lvl="7" algn="l">
              <a:lnSpc>
                <a:spcPct val="100000"/>
              </a:lnSpc>
              <a:spcBef>
                <a:spcPts val="0"/>
              </a:spcBef>
              <a:spcAft>
                <a:spcPts val="0"/>
              </a:spcAft>
              <a:buSzPts val="5200"/>
              <a:buNone/>
              <a:defRPr sz="6933"/>
            </a:lvl8pPr>
            <a:lvl9pPr lvl="8" algn="l">
              <a:lnSpc>
                <a:spcPct val="100000"/>
              </a:lnSpc>
              <a:spcBef>
                <a:spcPts val="0"/>
              </a:spcBef>
              <a:spcAft>
                <a:spcPts val="0"/>
              </a:spcAft>
              <a:buSzPts val="5200"/>
              <a:buNone/>
              <a:defRPr sz="6933"/>
            </a:lvl9pPr>
          </a:lstStyle>
          <a:p>
            <a:endParaRPr dirty="0"/>
          </a:p>
        </p:txBody>
      </p:sp>
      <p:sp>
        <p:nvSpPr>
          <p:cNvPr id="19" name="Google Shape;19;p33"/>
          <p:cNvSpPr txBox="1">
            <a:spLocks noGrp="1"/>
          </p:cNvSpPr>
          <p:nvPr>
            <p:ph type="subTitle" idx="1"/>
          </p:nvPr>
        </p:nvSpPr>
        <p:spPr>
          <a:xfrm>
            <a:off x="4894241" y="3911363"/>
            <a:ext cx="5802800" cy="9560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200"/>
              <a:buFont typeface="Roboto Condensed Light"/>
              <a:buNone/>
              <a:defRPr sz="1867">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2800"/>
              <a:buNone/>
              <a:defRPr sz="3733"/>
            </a:lvl2pPr>
            <a:lvl3pPr lvl="2" algn="r">
              <a:lnSpc>
                <a:spcPct val="100000"/>
              </a:lnSpc>
              <a:spcBef>
                <a:spcPts val="0"/>
              </a:spcBef>
              <a:spcAft>
                <a:spcPts val="0"/>
              </a:spcAft>
              <a:buSzPts val="2800"/>
              <a:buNone/>
              <a:defRPr sz="3733"/>
            </a:lvl3pPr>
            <a:lvl4pPr lvl="3" algn="r">
              <a:lnSpc>
                <a:spcPct val="100000"/>
              </a:lnSpc>
              <a:spcBef>
                <a:spcPts val="0"/>
              </a:spcBef>
              <a:spcAft>
                <a:spcPts val="0"/>
              </a:spcAft>
              <a:buSzPts val="2800"/>
              <a:buNone/>
              <a:defRPr sz="3733"/>
            </a:lvl4pPr>
            <a:lvl5pPr lvl="4" algn="r">
              <a:lnSpc>
                <a:spcPct val="100000"/>
              </a:lnSpc>
              <a:spcBef>
                <a:spcPts val="0"/>
              </a:spcBef>
              <a:spcAft>
                <a:spcPts val="0"/>
              </a:spcAft>
              <a:buSzPts val="2800"/>
              <a:buNone/>
              <a:defRPr sz="3733"/>
            </a:lvl5pPr>
            <a:lvl6pPr lvl="5" algn="r">
              <a:lnSpc>
                <a:spcPct val="100000"/>
              </a:lnSpc>
              <a:spcBef>
                <a:spcPts val="0"/>
              </a:spcBef>
              <a:spcAft>
                <a:spcPts val="0"/>
              </a:spcAft>
              <a:buSzPts val="2800"/>
              <a:buNone/>
              <a:defRPr sz="3733"/>
            </a:lvl6pPr>
            <a:lvl7pPr lvl="6" algn="r">
              <a:lnSpc>
                <a:spcPct val="100000"/>
              </a:lnSpc>
              <a:spcBef>
                <a:spcPts val="0"/>
              </a:spcBef>
              <a:spcAft>
                <a:spcPts val="0"/>
              </a:spcAft>
              <a:buSzPts val="2800"/>
              <a:buNone/>
              <a:defRPr sz="3733"/>
            </a:lvl7pPr>
            <a:lvl8pPr lvl="7" algn="r">
              <a:lnSpc>
                <a:spcPct val="100000"/>
              </a:lnSpc>
              <a:spcBef>
                <a:spcPts val="0"/>
              </a:spcBef>
              <a:spcAft>
                <a:spcPts val="0"/>
              </a:spcAft>
              <a:buSzPts val="2800"/>
              <a:buNone/>
              <a:defRPr sz="3733"/>
            </a:lvl8pPr>
            <a:lvl9pPr lvl="8" algn="r">
              <a:lnSpc>
                <a:spcPct val="100000"/>
              </a:lnSpc>
              <a:spcBef>
                <a:spcPts val="0"/>
              </a:spcBef>
              <a:spcAft>
                <a:spcPts val="0"/>
              </a:spcAft>
              <a:buSzPts val="2800"/>
              <a:buNone/>
              <a:defRPr sz="3733"/>
            </a:lvl9pPr>
          </a:lstStyle>
          <a:p>
            <a:endParaRPr dirty="0"/>
          </a:p>
        </p:txBody>
      </p:sp>
      <p:sp>
        <p:nvSpPr>
          <p:cNvPr id="20" name="Google Shape;20;p33"/>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vi-VN" dirty="0"/>
          </a:p>
        </p:txBody>
      </p:sp>
      <p:sp>
        <p:nvSpPr>
          <p:cNvPr id="21" name="Google Shape;21;p33"/>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22"/>
        <p:cNvGrpSpPr/>
        <p:nvPr/>
      </p:nvGrpSpPr>
      <p:grpSpPr>
        <a:xfrm>
          <a:off x="0" y="0"/>
          <a:ext cx="0" cy="0"/>
          <a:chOff x="0" y="0"/>
          <a:chExt cx="0" cy="0"/>
        </a:xfrm>
      </p:grpSpPr>
      <p:sp>
        <p:nvSpPr>
          <p:cNvPr id="23" name="Google Shape;23;p34"/>
          <p:cNvSpPr txBox="1">
            <a:spLocks noGrp="1"/>
          </p:cNvSpPr>
          <p:nvPr>
            <p:ph type="ctrTitle"/>
          </p:nvPr>
        </p:nvSpPr>
        <p:spPr>
          <a:xfrm>
            <a:off x="4514500" y="2798200"/>
            <a:ext cx="3163200" cy="1261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40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800"/>
              <a:buNone/>
              <a:defRPr sz="2400"/>
            </a:lvl2pPr>
            <a:lvl3pPr lvl="2" algn="r">
              <a:lnSpc>
                <a:spcPct val="100000"/>
              </a:lnSpc>
              <a:spcBef>
                <a:spcPts val="0"/>
              </a:spcBef>
              <a:spcAft>
                <a:spcPts val="0"/>
              </a:spcAft>
              <a:buSzPts val="1800"/>
              <a:buNone/>
              <a:defRPr sz="2400"/>
            </a:lvl3pPr>
            <a:lvl4pPr lvl="3" algn="r">
              <a:lnSpc>
                <a:spcPct val="100000"/>
              </a:lnSpc>
              <a:spcBef>
                <a:spcPts val="0"/>
              </a:spcBef>
              <a:spcAft>
                <a:spcPts val="0"/>
              </a:spcAft>
              <a:buSzPts val="1800"/>
              <a:buNone/>
              <a:defRPr sz="2400"/>
            </a:lvl4pPr>
            <a:lvl5pPr lvl="4" algn="r">
              <a:lnSpc>
                <a:spcPct val="100000"/>
              </a:lnSpc>
              <a:spcBef>
                <a:spcPts val="0"/>
              </a:spcBef>
              <a:spcAft>
                <a:spcPts val="0"/>
              </a:spcAft>
              <a:buSzPts val="1800"/>
              <a:buNone/>
              <a:defRPr sz="2400"/>
            </a:lvl5pPr>
            <a:lvl6pPr lvl="5" algn="r">
              <a:lnSpc>
                <a:spcPct val="100000"/>
              </a:lnSpc>
              <a:spcBef>
                <a:spcPts val="0"/>
              </a:spcBef>
              <a:spcAft>
                <a:spcPts val="0"/>
              </a:spcAft>
              <a:buSzPts val="1800"/>
              <a:buNone/>
              <a:defRPr sz="2400"/>
            </a:lvl6pPr>
            <a:lvl7pPr lvl="6" algn="r">
              <a:lnSpc>
                <a:spcPct val="100000"/>
              </a:lnSpc>
              <a:spcBef>
                <a:spcPts val="0"/>
              </a:spcBef>
              <a:spcAft>
                <a:spcPts val="0"/>
              </a:spcAft>
              <a:buSzPts val="1800"/>
              <a:buNone/>
              <a:defRPr sz="2400"/>
            </a:lvl7pPr>
            <a:lvl8pPr lvl="7" algn="r">
              <a:lnSpc>
                <a:spcPct val="100000"/>
              </a:lnSpc>
              <a:spcBef>
                <a:spcPts val="0"/>
              </a:spcBef>
              <a:spcAft>
                <a:spcPts val="0"/>
              </a:spcAft>
              <a:buSzPts val="1800"/>
              <a:buNone/>
              <a:defRPr sz="2400"/>
            </a:lvl8pPr>
            <a:lvl9pPr lvl="8" algn="r">
              <a:lnSpc>
                <a:spcPct val="100000"/>
              </a:lnSpc>
              <a:spcBef>
                <a:spcPts val="0"/>
              </a:spcBef>
              <a:spcAft>
                <a:spcPts val="0"/>
              </a:spcAft>
              <a:buSzPts val="1800"/>
              <a:buNone/>
              <a:defRPr sz="2400"/>
            </a:lvl9pPr>
          </a:lstStyle>
          <a:p>
            <a:endParaRPr dirty="0"/>
          </a:p>
        </p:txBody>
      </p:sp>
      <p:sp>
        <p:nvSpPr>
          <p:cNvPr id="24" name="Google Shape;24;p34"/>
          <p:cNvSpPr txBox="1">
            <a:spLocks noGrp="1"/>
          </p:cNvSpPr>
          <p:nvPr>
            <p:ph type="ctrTitle" idx="2"/>
          </p:nvPr>
        </p:nvSpPr>
        <p:spPr>
          <a:xfrm>
            <a:off x="520395" y="268871"/>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25" name="Google Shape;25;p34"/>
          <p:cNvSpPr txBox="1">
            <a:spLocks noGrp="1"/>
          </p:cNvSpPr>
          <p:nvPr>
            <p:ph type="subTitle" idx="1"/>
          </p:nvPr>
        </p:nvSpPr>
        <p:spPr>
          <a:xfrm>
            <a:off x="920595" y="773704"/>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26" name="Google Shape;26;p34"/>
          <p:cNvSpPr txBox="1">
            <a:spLocks noGrp="1"/>
          </p:cNvSpPr>
          <p:nvPr>
            <p:ph type="title" idx="3"/>
          </p:nvPr>
        </p:nvSpPr>
        <p:spPr>
          <a:xfrm>
            <a:off x="2824597" y="725931"/>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7" name="Google Shape;27;p34"/>
          <p:cNvSpPr txBox="1">
            <a:spLocks noGrp="1"/>
          </p:cNvSpPr>
          <p:nvPr>
            <p:ph type="title" idx="4"/>
          </p:nvPr>
        </p:nvSpPr>
        <p:spPr>
          <a:xfrm>
            <a:off x="2807208" y="2021077"/>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8" name="Google Shape;28;p34"/>
          <p:cNvSpPr txBox="1">
            <a:spLocks noGrp="1"/>
          </p:cNvSpPr>
          <p:nvPr>
            <p:ph type="title" idx="5"/>
          </p:nvPr>
        </p:nvSpPr>
        <p:spPr>
          <a:xfrm>
            <a:off x="2807208" y="3316224"/>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9" name="Google Shape;29;p34"/>
          <p:cNvSpPr txBox="1">
            <a:spLocks noGrp="1"/>
          </p:cNvSpPr>
          <p:nvPr>
            <p:ph type="title" idx="6"/>
          </p:nvPr>
        </p:nvSpPr>
        <p:spPr>
          <a:xfrm>
            <a:off x="7896011" y="2790184"/>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0" name="Google Shape;30;p34"/>
          <p:cNvSpPr txBox="1">
            <a:spLocks noGrp="1"/>
          </p:cNvSpPr>
          <p:nvPr>
            <p:ph type="title" idx="7"/>
          </p:nvPr>
        </p:nvSpPr>
        <p:spPr>
          <a:xfrm>
            <a:off x="7896011" y="4149781"/>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1" name="Google Shape;31;p34"/>
          <p:cNvSpPr txBox="1">
            <a:spLocks noGrp="1"/>
          </p:cNvSpPr>
          <p:nvPr>
            <p:ph type="title" idx="8"/>
          </p:nvPr>
        </p:nvSpPr>
        <p:spPr>
          <a:xfrm>
            <a:off x="7896011" y="5509377"/>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2" name="Google Shape;32;p34"/>
          <p:cNvSpPr txBox="1">
            <a:spLocks noGrp="1"/>
          </p:cNvSpPr>
          <p:nvPr>
            <p:ph type="ctrTitle" idx="9"/>
          </p:nvPr>
        </p:nvSpPr>
        <p:spPr>
          <a:xfrm>
            <a:off x="520395" y="1557139"/>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3" name="Google Shape;33;p34"/>
          <p:cNvSpPr txBox="1">
            <a:spLocks noGrp="1"/>
          </p:cNvSpPr>
          <p:nvPr>
            <p:ph type="subTitle" idx="13"/>
          </p:nvPr>
        </p:nvSpPr>
        <p:spPr>
          <a:xfrm>
            <a:off x="920595" y="2061969"/>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4" name="Google Shape;34;p34"/>
          <p:cNvSpPr txBox="1">
            <a:spLocks noGrp="1"/>
          </p:cNvSpPr>
          <p:nvPr>
            <p:ph type="ctrTitle" idx="14"/>
          </p:nvPr>
        </p:nvSpPr>
        <p:spPr>
          <a:xfrm>
            <a:off x="520395" y="2855115"/>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5" name="Google Shape;35;p34"/>
          <p:cNvSpPr txBox="1">
            <a:spLocks noGrp="1"/>
          </p:cNvSpPr>
          <p:nvPr>
            <p:ph type="subTitle" idx="15"/>
          </p:nvPr>
        </p:nvSpPr>
        <p:spPr>
          <a:xfrm>
            <a:off x="920595" y="3359941"/>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6" name="Google Shape;36;p34"/>
          <p:cNvSpPr txBox="1">
            <a:spLocks noGrp="1"/>
          </p:cNvSpPr>
          <p:nvPr>
            <p:ph type="ctrTitle" idx="16"/>
          </p:nvPr>
        </p:nvSpPr>
        <p:spPr>
          <a:xfrm>
            <a:off x="9082077" y="236690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7" name="Google Shape;37;p34"/>
          <p:cNvSpPr txBox="1">
            <a:spLocks noGrp="1"/>
          </p:cNvSpPr>
          <p:nvPr>
            <p:ph type="subTitle" idx="17"/>
          </p:nvPr>
        </p:nvSpPr>
        <p:spPr>
          <a:xfrm>
            <a:off x="9082077" y="2871740"/>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38" name="Google Shape;38;p34"/>
          <p:cNvSpPr txBox="1">
            <a:spLocks noGrp="1"/>
          </p:cNvSpPr>
          <p:nvPr>
            <p:ph type="ctrTitle" idx="18"/>
          </p:nvPr>
        </p:nvSpPr>
        <p:spPr>
          <a:xfrm>
            <a:off x="9082077" y="373212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9" name="Google Shape;39;p34"/>
          <p:cNvSpPr txBox="1">
            <a:spLocks noGrp="1"/>
          </p:cNvSpPr>
          <p:nvPr>
            <p:ph type="subTitle" idx="19"/>
          </p:nvPr>
        </p:nvSpPr>
        <p:spPr>
          <a:xfrm>
            <a:off x="9082077" y="4236956"/>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0" name="Google Shape;40;p34"/>
          <p:cNvSpPr txBox="1">
            <a:spLocks noGrp="1"/>
          </p:cNvSpPr>
          <p:nvPr>
            <p:ph type="ctrTitle" idx="20"/>
          </p:nvPr>
        </p:nvSpPr>
        <p:spPr>
          <a:xfrm>
            <a:off x="9082077" y="5081804"/>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41" name="Google Shape;41;p34"/>
          <p:cNvSpPr txBox="1">
            <a:spLocks noGrp="1"/>
          </p:cNvSpPr>
          <p:nvPr>
            <p:ph type="subTitle" idx="21"/>
          </p:nvPr>
        </p:nvSpPr>
        <p:spPr>
          <a:xfrm>
            <a:off x="9082077" y="5586631"/>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2" name="Google Shape;42;p34"/>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solidFill>
                  <a:schemeClr val="bg1"/>
                </a:solidFill>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hree columns 1">
  <p:cSld name="CUSTOM_23">
    <p:spTree>
      <p:nvGrpSpPr>
        <p:cNvPr id="1" name="Shape 43"/>
        <p:cNvGrpSpPr/>
        <p:nvPr/>
      </p:nvGrpSpPr>
      <p:grpSpPr>
        <a:xfrm>
          <a:off x="0" y="0"/>
          <a:ext cx="0" cy="0"/>
          <a:chOff x="0" y="0"/>
          <a:chExt cx="0" cy="0"/>
        </a:xfrm>
      </p:grpSpPr>
      <p:sp>
        <p:nvSpPr>
          <p:cNvPr id="44" name="Google Shape;44;p35"/>
          <p:cNvSpPr txBox="1">
            <a:spLocks noGrp="1"/>
          </p:cNvSpPr>
          <p:nvPr>
            <p:ph type="ctrTitle"/>
          </p:nvPr>
        </p:nvSpPr>
        <p:spPr>
          <a:xfrm>
            <a:off x="2619801" y="470467"/>
            <a:ext cx="6952400" cy="727397"/>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400"/>
              <a:buNone/>
              <a:defRPr sz="4000" b="1">
                <a:solidFill>
                  <a:srgbClr val="EE0033"/>
                </a:solidFill>
                <a:latin typeface="FS PF BeauSans Pro" panose="02000500000000020004" pitchFamily="50" charset="0"/>
                <a:ea typeface="Roboto"/>
                <a:cs typeface="Roboto"/>
                <a:sym typeface="Roboto"/>
              </a:defRPr>
            </a:lvl1pPr>
            <a:lvl2pPr lvl="1" algn="r">
              <a:lnSpc>
                <a:spcPct val="100000"/>
              </a:lnSpc>
              <a:spcBef>
                <a:spcPts val="0"/>
              </a:spcBef>
              <a:spcAft>
                <a:spcPts val="0"/>
              </a:spcAft>
              <a:buClr>
                <a:schemeClr val="hlink"/>
              </a:buClr>
              <a:buSzPts val="2400"/>
              <a:buNone/>
              <a:defRPr sz="3200">
                <a:solidFill>
                  <a:schemeClr val="hlink"/>
                </a:solidFill>
              </a:defRPr>
            </a:lvl2pPr>
            <a:lvl3pPr lvl="2" algn="r">
              <a:lnSpc>
                <a:spcPct val="100000"/>
              </a:lnSpc>
              <a:spcBef>
                <a:spcPts val="0"/>
              </a:spcBef>
              <a:spcAft>
                <a:spcPts val="0"/>
              </a:spcAft>
              <a:buClr>
                <a:schemeClr val="hlink"/>
              </a:buClr>
              <a:buSzPts val="2400"/>
              <a:buNone/>
              <a:defRPr sz="3200">
                <a:solidFill>
                  <a:schemeClr val="hlink"/>
                </a:solidFill>
              </a:defRPr>
            </a:lvl3pPr>
            <a:lvl4pPr lvl="3" algn="r">
              <a:lnSpc>
                <a:spcPct val="100000"/>
              </a:lnSpc>
              <a:spcBef>
                <a:spcPts val="0"/>
              </a:spcBef>
              <a:spcAft>
                <a:spcPts val="0"/>
              </a:spcAft>
              <a:buClr>
                <a:schemeClr val="hlink"/>
              </a:buClr>
              <a:buSzPts val="2400"/>
              <a:buNone/>
              <a:defRPr sz="3200">
                <a:solidFill>
                  <a:schemeClr val="hlink"/>
                </a:solidFill>
              </a:defRPr>
            </a:lvl4pPr>
            <a:lvl5pPr lvl="4" algn="r">
              <a:lnSpc>
                <a:spcPct val="100000"/>
              </a:lnSpc>
              <a:spcBef>
                <a:spcPts val="0"/>
              </a:spcBef>
              <a:spcAft>
                <a:spcPts val="0"/>
              </a:spcAft>
              <a:buClr>
                <a:schemeClr val="hlink"/>
              </a:buClr>
              <a:buSzPts val="2400"/>
              <a:buNone/>
              <a:defRPr sz="3200">
                <a:solidFill>
                  <a:schemeClr val="hlink"/>
                </a:solidFill>
              </a:defRPr>
            </a:lvl5pPr>
            <a:lvl6pPr lvl="5" algn="r">
              <a:lnSpc>
                <a:spcPct val="100000"/>
              </a:lnSpc>
              <a:spcBef>
                <a:spcPts val="0"/>
              </a:spcBef>
              <a:spcAft>
                <a:spcPts val="0"/>
              </a:spcAft>
              <a:buClr>
                <a:schemeClr val="hlink"/>
              </a:buClr>
              <a:buSzPts val="2400"/>
              <a:buNone/>
              <a:defRPr sz="3200">
                <a:solidFill>
                  <a:schemeClr val="hlink"/>
                </a:solidFill>
              </a:defRPr>
            </a:lvl6pPr>
            <a:lvl7pPr lvl="6" algn="r">
              <a:lnSpc>
                <a:spcPct val="100000"/>
              </a:lnSpc>
              <a:spcBef>
                <a:spcPts val="0"/>
              </a:spcBef>
              <a:spcAft>
                <a:spcPts val="0"/>
              </a:spcAft>
              <a:buClr>
                <a:schemeClr val="hlink"/>
              </a:buClr>
              <a:buSzPts val="2400"/>
              <a:buNone/>
              <a:defRPr sz="3200">
                <a:solidFill>
                  <a:schemeClr val="hlink"/>
                </a:solidFill>
              </a:defRPr>
            </a:lvl7pPr>
            <a:lvl8pPr lvl="7" algn="r">
              <a:lnSpc>
                <a:spcPct val="100000"/>
              </a:lnSpc>
              <a:spcBef>
                <a:spcPts val="0"/>
              </a:spcBef>
              <a:spcAft>
                <a:spcPts val="0"/>
              </a:spcAft>
              <a:buClr>
                <a:schemeClr val="hlink"/>
              </a:buClr>
              <a:buSzPts val="2400"/>
              <a:buNone/>
              <a:defRPr sz="3200">
                <a:solidFill>
                  <a:schemeClr val="hlink"/>
                </a:solidFill>
              </a:defRPr>
            </a:lvl8pPr>
            <a:lvl9pPr lvl="8" algn="r">
              <a:lnSpc>
                <a:spcPct val="100000"/>
              </a:lnSpc>
              <a:spcBef>
                <a:spcPts val="0"/>
              </a:spcBef>
              <a:spcAft>
                <a:spcPts val="0"/>
              </a:spcAft>
              <a:buClr>
                <a:schemeClr val="hlink"/>
              </a:buClr>
              <a:buSzPts val="2400"/>
              <a:buNone/>
              <a:defRPr sz="3200">
                <a:solidFill>
                  <a:schemeClr val="hlink"/>
                </a:solidFill>
              </a:defRPr>
            </a:lvl9pPr>
          </a:lstStyle>
          <a:p>
            <a:endParaRPr dirty="0"/>
          </a:p>
        </p:txBody>
      </p:sp>
      <p:sp>
        <p:nvSpPr>
          <p:cNvPr id="45" name="Google Shape;45;p35"/>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dirty="0"/>
          </a:p>
        </p:txBody>
      </p:sp>
      <p:sp>
        <p:nvSpPr>
          <p:cNvPr id="46" name="Google Shape;46;p35"/>
          <p:cNvSpPr txBox="1">
            <a:spLocks noGrp="1"/>
          </p:cNvSpPr>
          <p:nvPr>
            <p:ph type="body" idx="1"/>
          </p:nvPr>
        </p:nvSpPr>
        <p:spPr>
          <a:xfrm>
            <a:off x="850392" y="1435608"/>
            <a:ext cx="10570464" cy="4553712"/>
          </a:xfrm>
          <a:prstGeom prst="rect">
            <a:avLst/>
          </a:prstGeom>
          <a:noFill/>
          <a:ln>
            <a:noFill/>
          </a:ln>
        </p:spPr>
        <p:txBody>
          <a:bodyPr spcFirstLastPara="1" wrap="square" lIns="91425" tIns="91425" rIns="91425" bIns="91425" anchor="t" anchorCtr="0">
            <a:noAutofit/>
          </a:bodyPr>
          <a:lstStyle>
            <a:lvl1pPr marL="457200" lvl="0" indent="-381000" algn="l">
              <a:lnSpc>
                <a:spcPct val="115000"/>
              </a:lnSpc>
              <a:spcBef>
                <a:spcPts val="0"/>
              </a:spcBef>
              <a:spcAft>
                <a:spcPts val="0"/>
              </a:spcAft>
              <a:buSzPts val="2400"/>
              <a:buChar char="●"/>
              <a:defRPr sz="2400">
                <a:latin typeface="FS PF BeauSans Pro" panose="02000500000000020004" pitchFamily="50" charset="0"/>
                <a:ea typeface="Roboto"/>
                <a:cs typeface="Roboto"/>
                <a:sym typeface="Roboto"/>
              </a:defRPr>
            </a:lvl1pPr>
            <a:lvl2pPr marL="914400" lvl="1" indent="-381000" algn="l">
              <a:lnSpc>
                <a:spcPct val="115000"/>
              </a:lnSpc>
              <a:spcBef>
                <a:spcPts val="1600"/>
              </a:spcBef>
              <a:spcAft>
                <a:spcPts val="0"/>
              </a:spcAft>
              <a:buSzPts val="2400"/>
              <a:buChar char="○"/>
              <a:defRPr sz="2400">
                <a:latin typeface="Roboto"/>
                <a:ea typeface="Roboto"/>
                <a:cs typeface="Roboto"/>
                <a:sym typeface="Roboto"/>
              </a:defRPr>
            </a:lvl2pPr>
            <a:lvl3pPr marL="1371600" lvl="2" indent="-381000" algn="l">
              <a:lnSpc>
                <a:spcPct val="115000"/>
              </a:lnSpc>
              <a:spcBef>
                <a:spcPts val="1600"/>
              </a:spcBef>
              <a:spcAft>
                <a:spcPts val="0"/>
              </a:spcAft>
              <a:buSzPts val="2400"/>
              <a:buChar char="■"/>
              <a:defRPr sz="2400">
                <a:latin typeface="Roboto"/>
                <a:ea typeface="Roboto"/>
                <a:cs typeface="Roboto"/>
                <a:sym typeface="Roboto"/>
              </a:defRPr>
            </a:lvl3pPr>
            <a:lvl4pPr marL="1828800" lvl="3" indent="-304800" algn="l">
              <a:lnSpc>
                <a:spcPct val="115000"/>
              </a:lnSpc>
              <a:spcBef>
                <a:spcPts val="1600"/>
              </a:spcBef>
              <a:spcAft>
                <a:spcPts val="0"/>
              </a:spcAft>
              <a:buSzPts val="1200"/>
              <a:buChar char="●"/>
              <a:defRPr sz="2400">
                <a:latin typeface="Roboto"/>
                <a:ea typeface="Roboto"/>
                <a:cs typeface="Roboto"/>
                <a:sym typeface="Roboto"/>
              </a:defRPr>
            </a:lvl4pPr>
            <a:lvl5pPr marL="2286000" lvl="4" indent="-304800" algn="l">
              <a:lnSpc>
                <a:spcPct val="115000"/>
              </a:lnSpc>
              <a:spcBef>
                <a:spcPts val="1600"/>
              </a:spcBef>
              <a:spcAft>
                <a:spcPts val="0"/>
              </a:spcAft>
              <a:buSzPts val="1200"/>
              <a:buChar char="○"/>
              <a:defRPr sz="2400">
                <a:latin typeface="Roboto"/>
                <a:ea typeface="Roboto"/>
                <a:cs typeface="Roboto"/>
                <a:sym typeface="Roboto"/>
              </a:defRPr>
            </a:lvl5pPr>
            <a:lvl6pPr marL="2743200" lvl="5" indent="-304800" algn="l">
              <a:lnSpc>
                <a:spcPct val="115000"/>
              </a:lnSpc>
              <a:spcBef>
                <a:spcPts val="1600"/>
              </a:spcBef>
              <a:spcAft>
                <a:spcPts val="0"/>
              </a:spcAft>
              <a:buSzPts val="1200"/>
              <a:buChar char="■"/>
              <a:defRPr/>
            </a:lvl6pPr>
            <a:lvl7pPr marL="3200400" lvl="6" indent="-304800" algn="l">
              <a:lnSpc>
                <a:spcPct val="115000"/>
              </a:lnSpc>
              <a:spcBef>
                <a:spcPts val="1600"/>
              </a:spcBef>
              <a:spcAft>
                <a:spcPts val="0"/>
              </a:spcAft>
              <a:buSzPts val="1200"/>
              <a:buChar char="●"/>
              <a:defRPr/>
            </a:lvl7pPr>
            <a:lvl8pPr marL="3657600" lvl="7" indent="-304800" algn="l">
              <a:lnSpc>
                <a:spcPct val="115000"/>
              </a:lnSpc>
              <a:spcBef>
                <a:spcPts val="1600"/>
              </a:spcBef>
              <a:spcAft>
                <a:spcPts val="0"/>
              </a:spcAft>
              <a:buSzPts val="1200"/>
              <a:buChar char="○"/>
              <a:defRPr/>
            </a:lvl8pPr>
            <a:lvl9pPr marL="4114800" lvl="8" indent="-304800" algn="l">
              <a:lnSpc>
                <a:spcPct val="115000"/>
              </a:lnSpc>
              <a:spcBef>
                <a:spcPts val="1600"/>
              </a:spcBef>
              <a:spcAft>
                <a:spcPts val="1600"/>
              </a:spcAft>
              <a:buSzPts val="1200"/>
              <a:buChar char="■"/>
              <a:defRPr/>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anks">
  <p:cSld name="CUSTOM_10">
    <p:spTree>
      <p:nvGrpSpPr>
        <p:cNvPr id="1" name="Shape 47"/>
        <p:cNvGrpSpPr/>
        <p:nvPr/>
      </p:nvGrpSpPr>
      <p:grpSpPr>
        <a:xfrm>
          <a:off x="0" y="0"/>
          <a:ext cx="0" cy="0"/>
          <a:chOff x="0" y="0"/>
          <a:chExt cx="0" cy="0"/>
        </a:xfrm>
      </p:grpSpPr>
      <p:sp>
        <p:nvSpPr>
          <p:cNvPr id="48" name="Google Shape;48;p36"/>
          <p:cNvSpPr txBox="1">
            <a:spLocks noGrp="1"/>
          </p:cNvSpPr>
          <p:nvPr>
            <p:ph type="ctrTitle"/>
          </p:nvPr>
        </p:nvSpPr>
        <p:spPr>
          <a:xfrm flipH="1">
            <a:off x="2632200" y="1548000"/>
            <a:ext cx="6927600" cy="1820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000000"/>
              </a:buClr>
              <a:buSzPts val="4800"/>
              <a:buNone/>
              <a:defRPr sz="6400"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a:endParaRPr dirty="0"/>
          </a:p>
        </p:txBody>
      </p:sp>
      <p:sp>
        <p:nvSpPr>
          <p:cNvPr id="49" name="Google Shape;49;p36"/>
          <p:cNvSpPr txBox="1">
            <a:spLocks noGrp="1"/>
          </p:cNvSpPr>
          <p:nvPr>
            <p:ph type="subTitle" idx="1"/>
          </p:nvPr>
        </p:nvSpPr>
        <p:spPr>
          <a:xfrm>
            <a:off x="2870000" y="3326467"/>
            <a:ext cx="6452000" cy="1337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200"/>
              <a:buNone/>
              <a:defRPr sz="1867">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6">
            <a:alphaModFix/>
          </a:blip>
          <a:stretch>
            <a:fillRect/>
          </a:stretch>
        </a:blipFill>
        <a:effectLst/>
      </p:bgPr>
    </p:bg>
    <p:spTree>
      <p:nvGrpSpPr>
        <p:cNvPr id="1" name="Shape 9"/>
        <p:cNvGrpSpPr/>
        <p:nvPr/>
      </p:nvGrpSpPr>
      <p:grpSpPr>
        <a:xfrm>
          <a:off x="0" y="0"/>
          <a:ext cx="0" cy="0"/>
          <a:chOff x="0" y="0"/>
          <a:chExt cx="0" cy="0"/>
        </a:xfrm>
      </p:grpSpPr>
      <p:pic>
        <p:nvPicPr>
          <p:cNvPr id="10" name="Google Shape;10;p32" descr="A red and black background&#10;&#10;Description automatically generated"/>
          <p:cNvPicPr preferRelativeResize="0"/>
          <p:nvPr/>
        </p:nvPicPr>
        <p:blipFill rotWithShape="1">
          <a:blip r:embed="rId7">
            <a:alphaModFix/>
          </a:blip>
          <a:srcRect/>
          <a:stretch/>
        </p:blipFill>
        <p:spPr>
          <a:xfrm>
            <a:off x="11177545" y="116750"/>
            <a:ext cx="490504" cy="593900"/>
          </a:xfrm>
          <a:prstGeom prst="rect">
            <a:avLst/>
          </a:prstGeom>
          <a:noFill/>
          <a:ln>
            <a:noFill/>
          </a:ln>
        </p:spPr>
      </p:pic>
      <p:sp>
        <p:nvSpPr>
          <p:cNvPr id="11" name="Google Shape;11;p32"/>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hlink"/>
              </a:buClr>
              <a:buSzPts val="2800"/>
              <a:buFont typeface="Exo 2"/>
              <a:buNone/>
              <a:defRPr sz="2800" b="1" i="0" u="none" strike="noStrike" cap="none">
                <a:solidFill>
                  <a:schemeClr val="hlink"/>
                </a:solidFill>
                <a:latin typeface="Exo 2"/>
                <a:ea typeface="Exo 2"/>
                <a:cs typeface="Exo 2"/>
                <a:sym typeface="Exo 2"/>
              </a:defRPr>
            </a:lvl1pPr>
            <a:lvl2pPr marR="0" lvl="1"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2pPr>
            <a:lvl3pPr marR="0" lvl="2"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3pPr>
            <a:lvl4pPr marR="0" lvl="3"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4pPr>
            <a:lvl5pPr marR="0" lvl="4"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5pPr>
            <a:lvl6pPr marR="0" lvl="5"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6pPr>
            <a:lvl7pPr marR="0" lvl="6"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7pPr>
            <a:lvl8pPr marR="0" lvl="7"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8pPr>
            <a:lvl9pPr marR="0" lvl="8"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9pPr>
          </a:lstStyle>
          <a:p>
            <a:endParaRPr/>
          </a:p>
        </p:txBody>
      </p:sp>
      <p:sp>
        <p:nvSpPr>
          <p:cNvPr id="12" name="Google Shape;12;p32"/>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04800" algn="l" rtl="0">
              <a:lnSpc>
                <a:spcPct val="115000"/>
              </a:lnSpc>
              <a:spcBef>
                <a:spcPts val="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1pPr>
            <a:lvl2pPr marL="914400" marR="0" lvl="1"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2pPr>
            <a:lvl3pPr marL="1371600" marR="0" lvl="2"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3pPr>
            <a:lvl4pPr marL="1828800" marR="0" lvl="3"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4pPr>
            <a:lvl5pPr marL="2286000" marR="0" lvl="4"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5pPr>
            <a:lvl6pPr marL="2743200" marR="0" lvl="5"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6pPr>
            <a:lvl7pPr marL="3200400" marR="0" lvl="6"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7pPr>
            <a:lvl8pPr marL="3657600" marR="0" lvl="7"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8pPr>
            <a:lvl9pPr marL="4114800" marR="0" lvl="8" indent="-304800" algn="l" rtl="0">
              <a:lnSpc>
                <a:spcPct val="115000"/>
              </a:lnSpc>
              <a:spcBef>
                <a:spcPts val="1600"/>
              </a:spcBef>
              <a:spcAft>
                <a:spcPts val="160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9pPr>
          </a:lstStyle>
          <a:p>
            <a:endParaRPr/>
          </a:p>
        </p:txBody>
      </p:sp>
      <p:pic>
        <p:nvPicPr>
          <p:cNvPr id="13" name="Google Shape;13;p32"/>
          <p:cNvPicPr preferRelativeResize="0"/>
          <p:nvPr/>
        </p:nvPicPr>
        <p:blipFill rotWithShape="1">
          <a:blip r:embed="rId8">
            <a:alphaModFix/>
          </a:blip>
          <a:srcRect/>
          <a:stretch/>
        </p:blipFill>
        <p:spPr>
          <a:xfrm>
            <a:off x="0" y="6137661"/>
            <a:ext cx="12192000" cy="720339"/>
          </a:xfrm>
          <a:prstGeom prst="rect">
            <a:avLst/>
          </a:prstGeom>
          <a:noFill/>
          <a:ln>
            <a:noFill/>
          </a:ln>
        </p:spPr>
      </p:pic>
      <p:pic>
        <p:nvPicPr>
          <p:cNvPr id="14" name="Google Shape;14;p32"/>
          <p:cNvPicPr preferRelativeResize="0"/>
          <p:nvPr/>
        </p:nvPicPr>
        <p:blipFill rotWithShape="1">
          <a:blip r:embed="rId9">
            <a:alphaModFix/>
          </a:blip>
          <a:srcRect/>
          <a:stretch/>
        </p:blipFill>
        <p:spPr>
          <a:xfrm>
            <a:off x="10332107" y="6349639"/>
            <a:ext cx="1300285" cy="286347"/>
          </a:xfrm>
          <a:prstGeom prst="rect">
            <a:avLst/>
          </a:prstGeom>
          <a:noFill/>
          <a:ln>
            <a:noFill/>
          </a:ln>
        </p:spPr>
      </p:pic>
      <p:sp>
        <p:nvSpPr>
          <p:cNvPr id="15" name="Google Shape;15;p32"/>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467" b="0" i="0" u="none" strike="noStrike" cap="none">
                <a:solidFill>
                  <a:srgbClr val="888888"/>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16" name="Google Shape;16;p32"/>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333" b="0" i="0" u="none" strike="noStrike" cap="none">
                <a:solidFill>
                  <a:schemeClr val="lt1"/>
                </a:solidFill>
                <a:latin typeface="Sarabun Light"/>
                <a:ea typeface="Sarabun Light"/>
                <a:cs typeface="Sarabun Light"/>
                <a:sym typeface="Sarabun Light"/>
              </a:defRPr>
            </a:lvl1pPr>
            <a:lvl2pPr marL="0" marR="0" lvl="1" indent="0" algn="ctr" rtl="0">
              <a:spcBef>
                <a:spcPts val="0"/>
              </a:spcBef>
              <a:buNone/>
              <a:defRPr sz="1333" b="0" i="0" u="none" strike="noStrike" cap="none">
                <a:solidFill>
                  <a:schemeClr val="lt1"/>
                </a:solidFill>
                <a:latin typeface="Sarabun Light"/>
                <a:ea typeface="Sarabun Light"/>
                <a:cs typeface="Sarabun Light"/>
                <a:sym typeface="Sarabun Light"/>
              </a:defRPr>
            </a:lvl2pPr>
            <a:lvl3pPr marL="0" marR="0" lvl="2" indent="0" algn="ctr" rtl="0">
              <a:spcBef>
                <a:spcPts val="0"/>
              </a:spcBef>
              <a:buNone/>
              <a:defRPr sz="1333" b="0" i="0" u="none" strike="noStrike" cap="none">
                <a:solidFill>
                  <a:schemeClr val="lt1"/>
                </a:solidFill>
                <a:latin typeface="Sarabun Light"/>
                <a:ea typeface="Sarabun Light"/>
                <a:cs typeface="Sarabun Light"/>
                <a:sym typeface="Sarabun Light"/>
              </a:defRPr>
            </a:lvl3pPr>
            <a:lvl4pPr marL="0" marR="0" lvl="3" indent="0" algn="ctr" rtl="0">
              <a:spcBef>
                <a:spcPts val="0"/>
              </a:spcBef>
              <a:buNone/>
              <a:defRPr sz="1333" b="0" i="0" u="none" strike="noStrike" cap="none">
                <a:solidFill>
                  <a:schemeClr val="lt1"/>
                </a:solidFill>
                <a:latin typeface="Sarabun Light"/>
                <a:ea typeface="Sarabun Light"/>
                <a:cs typeface="Sarabun Light"/>
                <a:sym typeface="Sarabun Light"/>
              </a:defRPr>
            </a:lvl4pPr>
            <a:lvl5pPr marL="0" marR="0" lvl="4" indent="0" algn="ctr" rtl="0">
              <a:spcBef>
                <a:spcPts val="0"/>
              </a:spcBef>
              <a:buNone/>
              <a:defRPr sz="1333" b="0" i="0" u="none" strike="noStrike" cap="none">
                <a:solidFill>
                  <a:schemeClr val="lt1"/>
                </a:solidFill>
                <a:latin typeface="Sarabun Light"/>
                <a:ea typeface="Sarabun Light"/>
                <a:cs typeface="Sarabun Light"/>
                <a:sym typeface="Sarabun Light"/>
              </a:defRPr>
            </a:lvl5pPr>
            <a:lvl6pPr marL="0" marR="0" lvl="5" indent="0" algn="ctr" rtl="0">
              <a:spcBef>
                <a:spcPts val="0"/>
              </a:spcBef>
              <a:buNone/>
              <a:defRPr sz="1333" b="0" i="0" u="none" strike="noStrike" cap="none">
                <a:solidFill>
                  <a:schemeClr val="lt1"/>
                </a:solidFill>
                <a:latin typeface="Sarabun Light"/>
                <a:ea typeface="Sarabun Light"/>
                <a:cs typeface="Sarabun Light"/>
                <a:sym typeface="Sarabun Light"/>
              </a:defRPr>
            </a:lvl6pPr>
            <a:lvl7pPr marL="0" marR="0" lvl="6" indent="0" algn="ctr" rtl="0">
              <a:spcBef>
                <a:spcPts val="0"/>
              </a:spcBef>
              <a:buNone/>
              <a:defRPr sz="1333" b="0" i="0" u="none" strike="noStrike" cap="none">
                <a:solidFill>
                  <a:schemeClr val="lt1"/>
                </a:solidFill>
                <a:latin typeface="Sarabun Light"/>
                <a:ea typeface="Sarabun Light"/>
                <a:cs typeface="Sarabun Light"/>
                <a:sym typeface="Sarabun Light"/>
              </a:defRPr>
            </a:lvl7pPr>
            <a:lvl8pPr marL="0" marR="0" lvl="7" indent="0" algn="ctr" rtl="0">
              <a:spcBef>
                <a:spcPts val="0"/>
              </a:spcBef>
              <a:buNone/>
              <a:defRPr sz="1333" b="0" i="0" u="none" strike="noStrike" cap="none">
                <a:solidFill>
                  <a:schemeClr val="lt1"/>
                </a:solidFill>
                <a:latin typeface="Sarabun Light"/>
                <a:ea typeface="Sarabun Light"/>
                <a:cs typeface="Sarabun Light"/>
                <a:sym typeface="Sarabun Light"/>
              </a:defRPr>
            </a:lvl8pPr>
            <a:lvl9pPr marL="0" marR="0" lvl="8" indent="0" algn="ctr" rtl="0">
              <a:spcBef>
                <a:spcPts val="0"/>
              </a:spcBef>
              <a:buNone/>
              <a:defRPr sz="1333" b="0" i="0" u="none" strike="noStrike" cap="none">
                <a:solidFill>
                  <a:schemeClr val="lt1"/>
                </a:solidFill>
                <a:latin typeface="Sarabun Light"/>
                <a:ea typeface="Sarabun Light"/>
                <a:cs typeface="Sarabun Light"/>
                <a:sym typeface="Sarabun Light"/>
              </a:defRPr>
            </a:lvl9pPr>
          </a:lstStyle>
          <a:p>
            <a:pPr marL="0" lvl="0" indent="0" algn="ct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flac"/><Relationship Id="rId1" Type="http://schemas.microsoft.com/office/2007/relationships/media" Target="../media/media1.flac"/><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microsoft.com/office/2007/relationships/media" Target="../media/media3.wav"/><Relationship Id="rId2" Type="http://schemas.openxmlformats.org/officeDocument/2006/relationships/audio" Target="../media/media2.wav"/><Relationship Id="rId1" Type="http://schemas.microsoft.com/office/2007/relationships/media" Target="../media/media2.wav"/><Relationship Id="rId6" Type="http://schemas.openxmlformats.org/officeDocument/2006/relationships/image" Target="../media/image6.png"/><Relationship Id="rId5" Type="http://schemas.openxmlformats.org/officeDocument/2006/relationships/slideLayout" Target="../slideLayouts/slideLayout3.xml"/><Relationship Id="rId4" Type="http://schemas.openxmlformats.org/officeDocument/2006/relationships/audio" Target="../media/media3.wav"/></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4.png"/><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6.png"/><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7.png"/><Relationship Id="rId1" Type="http://schemas.openxmlformats.org/officeDocument/2006/relationships/slideLayout" Target="../slideLayouts/slideLayout3.xml"/><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8" Type="http://schemas.openxmlformats.org/officeDocument/2006/relationships/audio" Target="../media/media7.wav"/><Relationship Id="rId3" Type="http://schemas.microsoft.com/office/2007/relationships/media" Target="../media/media5.wav"/><Relationship Id="rId7" Type="http://schemas.microsoft.com/office/2007/relationships/media" Target="../media/media7.wav"/><Relationship Id="rId2" Type="http://schemas.openxmlformats.org/officeDocument/2006/relationships/audio" Target="../media/media4.wav"/><Relationship Id="rId1" Type="http://schemas.microsoft.com/office/2007/relationships/media" Target="../media/media4.wav"/><Relationship Id="rId6" Type="http://schemas.openxmlformats.org/officeDocument/2006/relationships/audio" Target="../media/media6.wav"/><Relationship Id="rId5" Type="http://schemas.microsoft.com/office/2007/relationships/media" Target="../media/media6.wav"/><Relationship Id="rId10" Type="http://schemas.openxmlformats.org/officeDocument/2006/relationships/image" Target="../media/image25.png"/><Relationship Id="rId4" Type="http://schemas.openxmlformats.org/officeDocument/2006/relationships/audio" Target="../media/media5.wav"/><Relationship Id="rId9"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
          <p:cNvSpPr txBox="1">
            <a:spLocks noGrp="1"/>
          </p:cNvSpPr>
          <p:nvPr>
            <p:ph type="ctrTitle"/>
          </p:nvPr>
        </p:nvSpPr>
        <p:spPr>
          <a:xfrm>
            <a:off x="807175" y="1612420"/>
            <a:ext cx="10536015" cy="2376400"/>
          </a:xfrm>
          <a:prstGeom prst="rect">
            <a:avLst/>
          </a:prstGeom>
          <a:noFill/>
          <a:ln>
            <a:noFill/>
          </a:ln>
        </p:spPr>
        <p:txBody>
          <a:bodyPr spcFirstLastPara="1" wrap="square" lIns="121900" tIns="121900" rIns="121900" bIns="121900" anchor="b" anchorCtr="0">
            <a:noAutofit/>
          </a:bodyPr>
          <a:lstStyle/>
          <a:p>
            <a:pPr lvl="0">
              <a:lnSpc>
                <a:spcPct val="120000"/>
              </a:lnSpc>
              <a:buClr>
                <a:schemeClr val="dk1"/>
              </a:buClr>
              <a:buSzPts val="1100"/>
            </a:pPr>
            <a:r>
              <a:rPr lang="en-US" sz="4400" dirty="0">
                <a:latin typeface="FS PF BeauSans Pro"/>
              </a:rPr>
              <a:t>Non-verbal Vocalizations for </a:t>
            </a:r>
            <a:br>
              <a:rPr lang="en-US" sz="4400" dirty="0">
                <a:latin typeface="FS PF BeauSans Pro"/>
              </a:rPr>
            </a:br>
            <a:r>
              <a:rPr lang="en-US" sz="4400" dirty="0">
                <a:latin typeface="FS PF BeauSans Pro"/>
              </a:rPr>
              <a:t>Zero-shot Vietnamese TTS</a:t>
            </a:r>
            <a:endParaRPr sz="4400" i="0" u="none" strike="noStrike" cap="none" dirty="0">
              <a:solidFill>
                <a:srgbClr val="FF0000"/>
              </a:solidFill>
              <a:latin typeface="FS Magistral Bold" panose="020B0804030204080304" pitchFamily="34" charset="0"/>
              <a:ea typeface="Roboto"/>
              <a:cs typeface="Roboto"/>
              <a:sym typeface="Roboto"/>
            </a:endParaRPr>
          </a:p>
        </p:txBody>
      </p:sp>
      <p:sp>
        <p:nvSpPr>
          <p:cNvPr id="55" name="Google Shape;55;p1"/>
          <p:cNvSpPr txBox="1">
            <a:spLocks noGrp="1"/>
          </p:cNvSpPr>
          <p:nvPr>
            <p:ph type="subTitle" idx="1"/>
          </p:nvPr>
        </p:nvSpPr>
        <p:spPr>
          <a:xfrm>
            <a:off x="5429032" y="3998204"/>
            <a:ext cx="5802800" cy="1252984"/>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200"/>
              <a:buFont typeface="Arial"/>
              <a:buNone/>
            </a:pPr>
            <a:endPar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a:p>
            <a:pPr marL="0" marR="0" lvl="0" indent="0" algn="r" rtl="0">
              <a:lnSpc>
                <a:spcPct val="100000"/>
              </a:lnSpc>
              <a:spcBef>
                <a:spcPts val="0"/>
              </a:spcBef>
              <a:spcAft>
                <a:spcPts val="0"/>
              </a:spcAft>
              <a:buClr>
                <a:srgbClr val="000000"/>
              </a:buClr>
              <a:buSzPts val="1200"/>
              <a:buFont typeface="Arial"/>
              <a:buNone/>
            </a:pPr>
            <a:r>
              <a:rPr lang="vi-VN" sz="2000" dirty="0">
                <a:solidFill>
                  <a:schemeClr val="tx1">
                    <a:lumMod val="75000"/>
                    <a:lumOff val="25000"/>
                  </a:schemeClr>
                </a:solidFill>
                <a:latin typeface="FS PF BeauSans Pro" panose="020B0704030204080304" pitchFamily="34" charset="0"/>
                <a:ea typeface="Roboto"/>
                <a:cs typeface="Roboto"/>
                <a:sym typeface="Roboto"/>
              </a:rPr>
              <a:t>Mentee</a:t>
            </a: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 </a:t>
            </a:r>
            <a:r>
              <a:rPr lang="en-US" sz="2000" dirty="0">
                <a:solidFill>
                  <a:schemeClr val="tx1">
                    <a:lumMod val="75000"/>
                    <a:lumOff val="25000"/>
                  </a:schemeClr>
                </a:solidFill>
                <a:latin typeface="FS PF BeauSans Pro" panose="020B0704030204080304" pitchFamily="34" charset="0"/>
                <a:ea typeface="Roboto"/>
                <a:cs typeface="Roboto"/>
                <a:sym typeface="Roboto"/>
              </a:rPr>
              <a:t>Tô Duy An</a:t>
            </a:r>
            <a:endParaRPr lang="vi-VN" sz="2000" dirty="0">
              <a:solidFill>
                <a:schemeClr val="tx1">
                  <a:lumMod val="75000"/>
                  <a:lumOff val="25000"/>
                </a:schemeClr>
              </a:solidFill>
              <a:latin typeface="FS PF BeauSans Pro" panose="020B0704030204080304" pitchFamily="34" charset="0"/>
            </a:endParaRPr>
          </a:p>
          <a:p>
            <a:pPr marL="0" marR="0" lvl="0" indent="0" algn="r" rtl="0">
              <a:lnSpc>
                <a:spcPct val="100000"/>
              </a:lnSpc>
              <a:spcBef>
                <a:spcPts val="0"/>
              </a:spcBef>
              <a:spcAft>
                <a:spcPts val="0"/>
              </a:spcAft>
              <a:buClr>
                <a:srgbClr val="000000"/>
              </a:buClr>
              <a:buSzPts val="1200"/>
              <a:buFont typeface="Arial"/>
              <a:buNone/>
            </a:pP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Mentor: </a:t>
            </a:r>
          </a:p>
        </p:txBody>
      </p:sp>
      <p:cxnSp>
        <p:nvCxnSpPr>
          <p:cNvPr id="56" name="Google Shape;56;p1"/>
          <p:cNvCxnSpPr/>
          <p:nvPr/>
        </p:nvCxnSpPr>
        <p:spPr>
          <a:xfrm>
            <a:off x="7951832" y="3988820"/>
            <a:ext cx="3280000" cy="0"/>
          </a:xfrm>
          <a:prstGeom prst="straightConnector1">
            <a:avLst/>
          </a:prstGeom>
          <a:noFill/>
          <a:ln w="9525" cap="flat" cmpd="sng">
            <a:solidFill>
              <a:schemeClr val="hlink"/>
            </a:solidFill>
            <a:prstDash val="solid"/>
            <a:round/>
            <a:headEnd type="none" w="sm" len="sm"/>
            <a:tailEnd type="none" w="sm" len="sm"/>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2"/>
          <p:cNvSpPr txBox="1">
            <a:spLocks noGrp="1"/>
          </p:cNvSpPr>
          <p:nvPr>
            <p:ph type="ctrTitle"/>
          </p:nvPr>
        </p:nvSpPr>
        <p:spPr>
          <a:xfrm>
            <a:off x="5442772" y="2514345"/>
            <a:ext cx="4756021" cy="126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b="1" i="0" u="none" strike="noStrike" cap="none" dirty="0">
                <a:solidFill>
                  <a:schemeClr val="tx1">
                    <a:lumMod val="75000"/>
                    <a:lumOff val="25000"/>
                  </a:schemeClr>
                </a:solidFill>
                <a:latin typeface="FS PF BeauSans Pro" panose="020B0704030204080304" pitchFamily="34" charset="0"/>
                <a:ea typeface="Roboto"/>
                <a:cs typeface="Roboto"/>
                <a:sym typeface="Roboto"/>
              </a:rPr>
              <a:t>Table of contents</a:t>
            </a:r>
            <a:endParaRPr b="1"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p:txBody>
      </p:sp>
      <p:sp>
        <p:nvSpPr>
          <p:cNvPr id="63" name="Google Shape;63;p2"/>
          <p:cNvSpPr txBox="1">
            <a:spLocks noGrp="1"/>
          </p:cNvSpPr>
          <p:nvPr>
            <p:ph type="title" idx="5"/>
          </p:nvPr>
        </p:nvSpPr>
        <p:spPr>
          <a:xfrm>
            <a:off x="3543328" y="3653967"/>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03</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4" name="Google Shape;64;p2"/>
          <p:cNvSpPr txBox="1">
            <a:spLocks noGrp="1"/>
          </p:cNvSpPr>
          <p:nvPr>
            <p:ph type="ctrTitle" idx="2"/>
          </p:nvPr>
        </p:nvSpPr>
        <p:spPr>
          <a:xfrm>
            <a:off x="613180" y="1938470"/>
            <a:ext cx="3517636"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chemeClr val="dk1"/>
              </a:buClr>
              <a:buSzPts val="1100"/>
              <a:buFont typeface="Arial"/>
              <a:buNone/>
            </a:pPr>
            <a:r>
              <a:rPr lang="en-US" sz="3600" b="1" i="0" u="none" strike="noStrike" cap="none" dirty="0">
                <a:solidFill>
                  <a:srgbClr val="FF0000"/>
                </a:solidFill>
                <a:latin typeface="FS PF BeauSans Pro" panose="020B0704030204080304" pitchFamily="34" charset="0"/>
                <a:ea typeface="Roboto"/>
                <a:cs typeface="Roboto"/>
                <a:sym typeface="Roboto"/>
              </a:rPr>
              <a:t>Introduction</a:t>
            </a:r>
            <a:endParaRPr sz="2400" dirty="0">
              <a:latin typeface="FS PF BeauSans Pro" panose="020B0704030204080304" pitchFamily="34" charset="0"/>
            </a:endParaRPr>
          </a:p>
        </p:txBody>
      </p:sp>
      <p:sp>
        <p:nvSpPr>
          <p:cNvPr id="66" name="Google Shape;66;p2">
            <a:hlinkClick r:id="rId2" action="ppaction://hlinksldjump"/>
          </p:cNvPr>
          <p:cNvSpPr txBox="1">
            <a:spLocks noGrp="1"/>
          </p:cNvSpPr>
          <p:nvPr>
            <p:ph type="title" idx="3"/>
          </p:nvPr>
        </p:nvSpPr>
        <p:spPr>
          <a:xfrm>
            <a:off x="3543328" y="1961615"/>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01</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7" name="Google Shape;67;p2">
            <a:hlinkClick r:id="" action="ppaction://noaction"/>
          </p:cNvPr>
          <p:cNvSpPr txBox="1">
            <a:spLocks noGrp="1"/>
          </p:cNvSpPr>
          <p:nvPr>
            <p:ph type="title" idx="4"/>
          </p:nvPr>
        </p:nvSpPr>
        <p:spPr>
          <a:xfrm>
            <a:off x="3543328" y="2782532"/>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02</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8" name="Google Shape;68;p2"/>
          <p:cNvSpPr txBox="1">
            <a:spLocks noGrp="1"/>
          </p:cNvSpPr>
          <p:nvPr>
            <p:ph type="ctrTitle" idx="9"/>
          </p:nvPr>
        </p:nvSpPr>
        <p:spPr>
          <a:xfrm>
            <a:off x="1182837" y="2809905"/>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Method</a:t>
            </a:r>
            <a:endParaRPr sz="2400" dirty="0">
              <a:latin typeface="FS PF BeauSans Pro" panose="020B0704030204080304" pitchFamily="34" charset="0"/>
            </a:endParaRPr>
          </a:p>
        </p:txBody>
      </p:sp>
      <p:sp>
        <p:nvSpPr>
          <p:cNvPr id="70" name="Google Shape;70;p2"/>
          <p:cNvSpPr txBox="1">
            <a:spLocks noGrp="1"/>
          </p:cNvSpPr>
          <p:nvPr>
            <p:ph type="ctrTitle" idx="14"/>
          </p:nvPr>
        </p:nvSpPr>
        <p:spPr>
          <a:xfrm>
            <a:off x="1182837" y="3653967"/>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Results</a:t>
            </a:r>
            <a:endParaRPr sz="2400" dirty="0">
              <a:latin typeface="FS PF BeauSans Pro" panose="020B0704030204080304" pitchFamily="34" charset="0"/>
            </a:endParaRPr>
          </a:p>
        </p:txBody>
      </p:sp>
      <p:cxnSp>
        <p:nvCxnSpPr>
          <p:cNvPr id="72" name="Google Shape;72;p2"/>
          <p:cNvCxnSpPr/>
          <p:nvPr/>
        </p:nvCxnSpPr>
        <p:spPr>
          <a:xfrm flipH="1">
            <a:off x="5122878" y="0"/>
            <a:ext cx="9543" cy="5491992"/>
          </a:xfrm>
          <a:prstGeom prst="straightConnector1">
            <a:avLst/>
          </a:prstGeom>
          <a:noFill/>
          <a:ln w="9525" cap="flat" cmpd="sng">
            <a:solidFill>
              <a:schemeClr val="dk2"/>
            </a:solidFill>
            <a:prstDash val="solid"/>
            <a:round/>
            <a:headEnd type="none" w="sm" len="sm"/>
            <a:tailEnd type="none" w="sm" len="sm"/>
          </a:ln>
        </p:spPr>
      </p:cxnSp>
      <p:sp>
        <p:nvSpPr>
          <p:cNvPr id="11" name="Google Shape;63;p2">
            <a:extLst>
              <a:ext uri="{FF2B5EF4-FFF2-40B4-BE49-F238E27FC236}">
                <a16:creationId xmlns:a16="http://schemas.microsoft.com/office/drawing/2014/main" id="{01C89487-F96A-4D4D-9A0F-64351D3210E7}"/>
              </a:ext>
            </a:extLst>
          </p:cNvPr>
          <p:cNvSpPr txBox="1">
            <a:spLocks/>
          </p:cNvSpPr>
          <p:nvPr/>
        </p:nvSpPr>
        <p:spPr>
          <a:xfrm>
            <a:off x="3594703" y="4498029"/>
            <a:ext cx="1476800" cy="770400"/>
          </a:xfrm>
          <a:prstGeom prst="rect">
            <a:avLst/>
          </a:prstGeom>
          <a:noFill/>
          <a:ln>
            <a:noFill/>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4800"/>
              <a:buFont typeface="Exo 2"/>
              <a:buNone/>
              <a:defRPr sz="4800" b="1"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2pPr>
            <a:lvl3pPr marR="0" lvl="2"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3pPr>
            <a:lvl4pPr marR="0" lvl="3"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4pPr>
            <a:lvl5pPr marR="0" lvl="4"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5pPr>
            <a:lvl6pPr marR="0" lvl="5"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6pPr>
            <a:lvl7pPr marR="0" lvl="6"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7pPr>
            <a:lvl8pPr marR="0" lvl="7"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8pPr>
            <a:lvl9pPr marR="0" lvl="8"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9pPr>
          </a:lstStyle>
          <a:p>
            <a:pPr>
              <a:buClr>
                <a:srgbClr val="000000"/>
              </a:buClr>
              <a:buFont typeface="Arial"/>
              <a:buNone/>
            </a:pPr>
            <a:r>
              <a:rPr lang="en-US" sz="4000" dirty="0">
                <a:solidFill>
                  <a:srgbClr val="FF0000"/>
                </a:solidFill>
                <a:latin typeface="FS PF BeauSans Pro" panose="020B0704030204080304" pitchFamily="34" charset="0"/>
                <a:ea typeface="Roboto"/>
                <a:cs typeface="Roboto"/>
                <a:sym typeface="Roboto"/>
              </a:rPr>
              <a:t>04</a:t>
            </a:r>
          </a:p>
        </p:txBody>
      </p:sp>
      <p:sp>
        <p:nvSpPr>
          <p:cNvPr id="12" name="Google Shape;70;p2">
            <a:extLst>
              <a:ext uri="{FF2B5EF4-FFF2-40B4-BE49-F238E27FC236}">
                <a16:creationId xmlns:a16="http://schemas.microsoft.com/office/drawing/2014/main" id="{BC46DE92-AC5D-4F08-B457-63C55C531422}"/>
              </a:ext>
            </a:extLst>
          </p:cNvPr>
          <p:cNvSpPr txBox="1">
            <a:spLocks/>
          </p:cNvSpPr>
          <p:nvPr/>
        </p:nvSpPr>
        <p:spPr>
          <a:xfrm>
            <a:off x="152399" y="4498029"/>
            <a:ext cx="3973189" cy="770400"/>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1400"/>
              <a:buFont typeface="Exo 2"/>
              <a:buNone/>
              <a:defRPr sz="1867" b="0"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2pPr>
            <a:lvl3pPr marR="0" lvl="2"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3pPr>
            <a:lvl4pPr marR="0" lvl="3"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4pPr>
            <a:lvl5pPr marR="0" lvl="4"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5pPr>
            <a:lvl6pPr marR="0" lvl="5"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6pPr>
            <a:lvl7pPr marR="0" lvl="6"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7pPr>
            <a:lvl8pPr marR="0" lvl="7"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8pPr>
            <a:lvl9pPr marR="0" lvl="8"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9pPr>
          </a:lstStyle>
          <a:p>
            <a:pPr>
              <a:buClr>
                <a:srgbClr val="000000"/>
              </a:buClr>
              <a:buFont typeface="Arial"/>
              <a:buNone/>
            </a:pPr>
            <a:r>
              <a:rPr lang="en-US" sz="3600" b="1" dirty="0">
                <a:solidFill>
                  <a:srgbClr val="FF0000"/>
                </a:solidFill>
                <a:latin typeface="FS PF BeauSans Pro" panose="020B0704030204080304" pitchFamily="34" charset="0"/>
                <a:ea typeface="Roboto"/>
                <a:cs typeface="Roboto"/>
                <a:sym typeface="Roboto"/>
              </a:rPr>
              <a:t>Conclusion</a:t>
            </a:r>
            <a:endParaRPr lang="en-US" sz="2400" dirty="0">
              <a:latin typeface="FS PF BeauSans Pro" panose="020B0704030204080304" pitchFamily="34" charset="0"/>
            </a:endParaRPr>
          </a:p>
        </p:txBody>
      </p:sp>
      <p:sp>
        <p:nvSpPr>
          <p:cNvPr id="2" name="Slide Number Placeholder 1">
            <a:extLst>
              <a:ext uri="{FF2B5EF4-FFF2-40B4-BE49-F238E27FC236}">
                <a16:creationId xmlns:a16="http://schemas.microsoft.com/office/drawing/2014/main" id="{A6126ACD-A00C-4676-88AE-13C7EB9C66FF}"/>
              </a:ext>
            </a:extLst>
          </p:cNvPr>
          <p:cNvSpPr>
            <a:spLocks noGrp="1"/>
          </p:cNvSpPr>
          <p:nvPr>
            <p:ph type="sldNum" idx="12"/>
          </p:nvPr>
        </p:nvSpPr>
        <p:spPr/>
        <p:txBody>
          <a:bodyPr/>
          <a:lstStyle/>
          <a:p>
            <a:fld id="{00000000-1234-1234-1234-123412341234}" type="slidenum">
              <a:rPr lang="en-US" smtClean="0"/>
              <a:pPr/>
              <a:t>2</a:t>
            </a:fld>
            <a:endParaRPr lang="en-US"/>
          </a:p>
        </p:txBody>
      </p:sp>
    </p:spTree>
    <p:extLst>
      <p:ext uri="{BB962C8B-B14F-4D97-AF65-F5344CB8AC3E}">
        <p14:creationId xmlns:p14="http://schemas.microsoft.com/office/powerpoint/2010/main" val="2256324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Introduction</a:t>
            </a:r>
          </a:p>
        </p:txBody>
      </p:sp>
      <p:sp>
        <p:nvSpPr>
          <p:cNvPr id="148" name="Google Shape;148;p10"/>
          <p:cNvSpPr txBox="1">
            <a:spLocks noGrp="1"/>
          </p:cNvSpPr>
          <p:nvPr>
            <p:ph type="body" idx="1"/>
          </p:nvPr>
        </p:nvSpPr>
        <p:spPr>
          <a:xfrm>
            <a:off x="850392" y="1371600"/>
            <a:ext cx="10570464" cy="1496312"/>
          </a:xfrm>
          <a:prstGeom prst="rect">
            <a:avLst/>
          </a:prstGeom>
          <a:noFill/>
          <a:ln>
            <a:noFill/>
          </a:ln>
        </p:spPr>
        <p:txBody>
          <a:bodyPr spcFirstLastPara="1" wrap="square" lIns="91425" tIns="91425" rIns="91425" bIns="91425" anchor="t" anchorCtr="0">
            <a:noAutofit/>
          </a:bodyPr>
          <a:lstStyle/>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TTS system: a program to synthesize speech from text</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Non-verbal vocalization (NVV) elements in speech: sobbing, laughter, breathing …</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Combine together to create more realistic conversation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dirty="0"/>
          </a:p>
        </p:txBody>
      </p:sp>
      <p:pic>
        <p:nvPicPr>
          <p:cNvPr id="1010" name="Picture 9" descr="Germany's WDR Implements Text to Speech System for Disaster Messages -  Content + Technology">
            <a:extLst>
              <a:ext uri="{FF2B5EF4-FFF2-40B4-BE49-F238E27FC236}">
                <a16:creationId xmlns:a16="http://schemas.microsoft.com/office/drawing/2014/main" id="{009CCD44-64F3-9237-66BF-50FE06231339}"/>
              </a:ext>
            </a:extLst>
          </p:cNvPr>
          <p:cNvPicPr>
            <a:picLocks noChangeAspect="1"/>
          </p:cNvPicPr>
          <p:nvPr/>
        </p:nvPicPr>
        <p:blipFill>
          <a:blip r:embed="rId4"/>
          <a:stretch>
            <a:fillRect/>
          </a:stretch>
        </p:blipFill>
        <p:spPr>
          <a:xfrm>
            <a:off x="822960" y="3041648"/>
            <a:ext cx="4727011" cy="2658944"/>
          </a:xfrm>
          <a:prstGeom prst="rect">
            <a:avLst/>
          </a:prstGeom>
        </p:spPr>
      </p:pic>
      <p:pic>
        <p:nvPicPr>
          <p:cNvPr id="7" name="0006">
            <a:hlinkClick r:id="" action="ppaction://media"/>
            <a:extLst>
              <a:ext uri="{FF2B5EF4-FFF2-40B4-BE49-F238E27FC236}">
                <a16:creationId xmlns:a16="http://schemas.microsoft.com/office/drawing/2014/main" id="{E30AAE9C-1F89-FF05-1C93-7FA866DDCE32}"/>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328978" y="3583689"/>
            <a:ext cx="812800" cy="812800"/>
          </a:xfrm>
          <a:prstGeom prst="rect">
            <a:avLst/>
          </a:prstGeom>
        </p:spPr>
      </p:pic>
      <p:sp>
        <p:nvSpPr>
          <p:cNvPr id="8" name="TextBox 7">
            <a:extLst>
              <a:ext uri="{FF2B5EF4-FFF2-40B4-BE49-F238E27FC236}">
                <a16:creationId xmlns:a16="http://schemas.microsoft.com/office/drawing/2014/main" id="{B0328333-BFCA-E2CF-F6BD-82D876D09314}"/>
              </a:ext>
            </a:extLst>
          </p:cNvPr>
          <p:cNvSpPr txBox="1"/>
          <p:nvPr/>
        </p:nvSpPr>
        <p:spPr>
          <a:xfrm>
            <a:off x="7005978" y="4396489"/>
            <a:ext cx="3458799" cy="738664"/>
          </a:xfrm>
          <a:prstGeom prst="rect">
            <a:avLst/>
          </a:prstGeom>
          <a:noFill/>
        </p:spPr>
        <p:txBody>
          <a:bodyPr wrap="square" rtlCol="0">
            <a:spAutoFit/>
          </a:bodyPr>
          <a:lstStyle/>
          <a:p>
            <a:r>
              <a:rPr lang="en-US" dirty="0" err="1"/>
              <a:t>và</a:t>
            </a:r>
            <a:r>
              <a:rPr lang="en-US" dirty="0"/>
              <a:t> </a:t>
            </a:r>
            <a:r>
              <a:rPr lang="en-US" dirty="0" err="1"/>
              <a:t>nguyễn</a:t>
            </a:r>
            <a:r>
              <a:rPr lang="en-US" dirty="0"/>
              <a:t> </a:t>
            </a:r>
            <a:r>
              <a:rPr lang="en-US" dirty="0" err="1"/>
              <a:t>đô</a:t>
            </a:r>
            <a:r>
              <a:rPr lang="en-US" dirty="0"/>
              <a:t> </a:t>
            </a:r>
            <a:r>
              <a:rPr lang="en-US" dirty="0" err="1"/>
              <a:t>này</a:t>
            </a:r>
            <a:r>
              <a:rPr lang="en-US" dirty="0"/>
              <a:t> </a:t>
            </a:r>
            <a:r>
              <a:rPr lang="en-US" dirty="0" err="1"/>
              <a:t>anh</a:t>
            </a:r>
            <a:r>
              <a:rPr lang="en-US" dirty="0"/>
              <a:t> </a:t>
            </a:r>
            <a:r>
              <a:rPr lang="en-US" dirty="0" err="1"/>
              <a:t>tùng</a:t>
            </a:r>
            <a:r>
              <a:rPr lang="en-US" dirty="0"/>
              <a:t> chia </a:t>
            </a:r>
            <a:r>
              <a:rPr lang="en-US" dirty="0" err="1"/>
              <a:t>sẻ</a:t>
            </a:r>
            <a:r>
              <a:rPr lang="en-US" dirty="0"/>
              <a:t> </a:t>
            </a:r>
            <a:r>
              <a:rPr lang="en-US" dirty="0" err="1"/>
              <a:t>cách</a:t>
            </a:r>
            <a:r>
              <a:rPr lang="en-US" dirty="0"/>
              <a:t>. </a:t>
            </a:r>
            <a:r>
              <a:rPr lang="en-US" dirty="0" err="1"/>
              <a:t>đợi</a:t>
            </a:r>
            <a:r>
              <a:rPr lang="en-US" dirty="0"/>
              <a:t> </a:t>
            </a:r>
            <a:r>
              <a:rPr lang="en-US" dirty="0" err="1"/>
              <a:t>vô</a:t>
            </a:r>
            <a:r>
              <a:rPr lang="en-US" dirty="0"/>
              <a:t> </a:t>
            </a:r>
            <a:r>
              <a:rPr lang="en-US" dirty="0" err="1"/>
              <a:t>địch</a:t>
            </a:r>
            <a:r>
              <a:rPr lang="en-US" dirty="0"/>
              <a:t> </a:t>
            </a:r>
            <a:r>
              <a:rPr lang="en-US" dirty="0" err="1"/>
              <a:t>ipo</a:t>
            </a:r>
            <a:r>
              <a:rPr lang="en-US" dirty="0"/>
              <a:t> </a:t>
            </a:r>
            <a:r>
              <a:rPr lang="en-US" dirty="0" err="1"/>
              <a:t>cho</a:t>
            </a:r>
            <a:r>
              <a:rPr lang="en-US" dirty="0"/>
              <a:t> fan meeting </a:t>
            </a:r>
            <a:r>
              <a:rPr lang="en-US" dirty="0" err="1"/>
              <a:t>tích</a:t>
            </a:r>
            <a:r>
              <a:rPr lang="en-US" dirty="0"/>
              <a:t> </a:t>
            </a:r>
            <a:r>
              <a:rPr lang="en-US" dirty="0" err="1"/>
              <a:t>mới</a:t>
            </a:r>
            <a:r>
              <a:rPr lang="en-US" dirty="0"/>
              <a:t> </a:t>
            </a:r>
            <a:r>
              <a:rPr lang="en-US" dirty="0" err="1"/>
              <a:t>ạ</a:t>
            </a:r>
            <a:r>
              <a:rPr lang="en-US" dirty="0"/>
              <a:t> [laughter]</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7"/>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Overview</a:t>
            </a:r>
          </a:p>
        </p:txBody>
      </p:sp>
      <p:sp>
        <p:nvSpPr>
          <p:cNvPr id="148" name="Google Shape;148;p10"/>
          <p:cNvSpPr txBox="1">
            <a:spLocks noGrp="1"/>
          </p:cNvSpPr>
          <p:nvPr>
            <p:ph type="body" idx="1"/>
          </p:nvPr>
        </p:nvSpPr>
        <p:spPr>
          <a:xfrm>
            <a:off x="850392" y="1371600"/>
            <a:ext cx="10570464" cy="1496312"/>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Challenge:</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Open source and commercial model fail frequently on Vietnamese</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No TTS + NVV dataset for Vietnamese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dirty="0"/>
          </a:p>
        </p:txBody>
      </p:sp>
      <p:pic>
        <p:nvPicPr>
          <p:cNvPr id="1010" name="spk_0000_t06_base">
            <a:hlinkClick r:id="" action="ppaction://media"/>
            <a:extLst>
              <a:ext uri="{FF2B5EF4-FFF2-40B4-BE49-F238E27FC236}">
                <a16:creationId xmlns:a16="http://schemas.microsoft.com/office/drawing/2014/main" id="{FC7DB0C0-1EBE-C557-E911-BE74BE789850}"/>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805661" y="4593515"/>
            <a:ext cx="541867" cy="541867"/>
          </a:xfrm>
          <a:prstGeom prst="rect">
            <a:avLst/>
          </a:prstGeom>
        </p:spPr>
      </p:pic>
      <p:pic>
        <p:nvPicPr>
          <p:cNvPr id="1011" name="spk_0000_t19_base">
            <a:hlinkClick r:id="" action="ppaction://media"/>
            <a:extLst>
              <a:ext uri="{FF2B5EF4-FFF2-40B4-BE49-F238E27FC236}">
                <a16:creationId xmlns:a16="http://schemas.microsoft.com/office/drawing/2014/main" id="{8F46AD6E-C599-B386-4030-D8DC0597AE8A}"/>
              </a:ext>
            </a:extLst>
          </p:cNvPr>
          <p:cNvPicPr>
            <a:picLocks noChangeAspect="1"/>
          </p:cNvPicPr>
          <p:nvPr>
            <a:audioFile r:link="rId4"/>
            <p:extLst>
              <p:ext uri="{DAA4B4D4-6D71-4841-9C94-3DE7FCFB9230}">
                <p14:media xmlns:p14="http://schemas.microsoft.com/office/powerpoint/2010/main" r:embed="rId3"/>
              </p:ext>
            </p:extLst>
          </p:nvPr>
        </p:nvPicPr>
        <p:blipFill>
          <a:blip r:embed="rId6"/>
          <a:stretch>
            <a:fillRect/>
          </a:stretch>
        </p:blipFill>
        <p:spPr>
          <a:xfrm>
            <a:off x="822960" y="3663788"/>
            <a:ext cx="541867" cy="541867"/>
          </a:xfrm>
          <a:prstGeom prst="rect">
            <a:avLst/>
          </a:prstGeom>
        </p:spPr>
      </p:pic>
      <p:sp>
        <p:nvSpPr>
          <p:cNvPr id="1012" name="TextBox 11">
            <a:extLst>
              <a:ext uri="{FF2B5EF4-FFF2-40B4-BE49-F238E27FC236}">
                <a16:creationId xmlns:a16="http://schemas.microsoft.com/office/drawing/2014/main" id="{1DBC685B-9048-7FBE-7BC3-D7DFB82328AA}"/>
              </a:ext>
            </a:extLst>
          </p:cNvPr>
          <p:cNvSpPr txBox="1"/>
          <p:nvPr/>
        </p:nvSpPr>
        <p:spPr>
          <a:xfrm>
            <a:off x="1527439" y="4522622"/>
            <a:ext cx="9135165" cy="923330"/>
          </a:xfrm>
          <a:prstGeom prst="rect">
            <a:avLst/>
          </a:prstGeom>
          <a:noFill/>
        </p:spPr>
        <p:txBody>
          <a:bodyPr wrap="square" rtlCol="0">
            <a:spAutoFit/>
          </a:bodyPr>
          <a:lstStyle/>
          <a:p>
            <a:r>
              <a:rPr lang="vi-VN" sz="1800" dirty="0"/>
              <a:t>Bác Trịnh Lữ trong chương trình Happiness thì có nói một câu, là người trẻ mà cứ nghĩ đến chuyện là tôi phải làm khác người khác là là không được đấy khỏi bản chất của nghệ thuật [sniff]</a:t>
            </a:r>
            <a:endParaRPr lang="en-US" sz="1800" dirty="0"/>
          </a:p>
        </p:txBody>
      </p:sp>
      <p:sp>
        <p:nvSpPr>
          <p:cNvPr id="1013" name="TextBox 12">
            <a:extLst>
              <a:ext uri="{FF2B5EF4-FFF2-40B4-BE49-F238E27FC236}">
                <a16:creationId xmlns:a16="http://schemas.microsoft.com/office/drawing/2014/main" id="{37CA96E9-6DBC-6458-5633-70D98A8E1669}"/>
              </a:ext>
            </a:extLst>
          </p:cNvPr>
          <p:cNvSpPr txBox="1"/>
          <p:nvPr/>
        </p:nvSpPr>
        <p:spPr>
          <a:xfrm>
            <a:off x="1502859" y="3688501"/>
            <a:ext cx="8893277" cy="646331"/>
          </a:xfrm>
          <a:prstGeom prst="rect">
            <a:avLst/>
          </a:prstGeom>
          <a:noFill/>
        </p:spPr>
        <p:txBody>
          <a:bodyPr wrap="square" rtlCol="0">
            <a:spAutoFit/>
          </a:bodyPr>
          <a:lstStyle/>
          <a:p>
            <a:r>
              <a:rPr lang="vi-VN" sz="1800" dirty="0"/>
              <a:t>Bởi vì. Chơi bóng đá mà lại chẳng có quả bóng trong chân [throatclearing] mà vẫn phải chơi</a:t>
            </a:r>
            <a:endParaRPr lang="en-US" sz="1800" dirty="0"/>
          </a:p>
        </p:txBody>
      </p:sp>
      <p:sp>
        <p:nvSpPr>
          <p:cNvPr id="1014" name="TextBox 13">
            <a:extLst>
              <a:ext uri="{FF2B5EF4-FFF2-40B4-BE49-F238E27FC236}">
                <a16:creationId xmlns:a16="http://schemas.microsoft.com/office/drawing/2014/main" id="{E050E9DF-29B6-75C5-DB91-7F2EC91E7B15}"/>
              </a:ext>
            </a:extLst>
          </p:cNvPr>
          <p:cNvSpPr txBox="1"/>
          <p:nvPr/>
        </p:nvSpPr>
        <p:spPr>
          <a:xfrm>
            <a:off x="555577" y="3215358"/>
            <a:ext cx="2262158" cy="369332"/>
          </a:xfrm>
          <a:prstGeom prst="rect">
            <a:avLst/>
          </a:prstGeom>
          <a:noFill/>
        </p:spPr>
        <p:txBody>
          <a:bodyPr wrap="none" rtlCol="0">
            <a:spAutoFit/>
          </a:bodyPr>
          <a:lstStyle/>
          <a:p>
            <a:r>
              <a:rPr lang="en-US" sz="1800" dirty="0" err="1"/>
              <a:t>Omnivoice</a:t>
            </a:r>
            <a:r>
              <a:rPr lang="en-US" sz="1800" dirty="0"/>
              <a:t> demo (1)</a:t>
            </a:r>
          </a:p>
        </p:txBody>
      </p:sp>
      <p:sp>
        <p:nvSpPr>
          <p:cNvPr id="101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010"/>
                </p:tgtEl>
              </p:cMediaNode>
            </p:audio>
            <p:audio>
              <p:cMediaNode vol="80000">
                <p:cTn id="3" fill="hold" display="0">
                  <p:stCondLst>
                    <p:cond delay="indefinite"/>
                  </p:stCondLst>
                  <p:endCondLst>
                    <p:cond evt="onStopAudio" delay="0">
                      <p:tgtEl>
                        <p:sldTgt/>
                      </p:tgtEl>
                    </p:cond>
                  </p:endCondLst>
                </p:cTn>
                <p:tgtEl>
                  <p:spTgt spid="1011"/>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Overview</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a:t>
            </a:fld>
            <a:endParaRPr lang="en-US" dirty="0"/>
          </a:p>
        </p:txBody>
      </p:sp>
      <p:sp>
        <p:nvSpPr>
          <p:cNvPr id="101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r>
              <a:rPr lang="en-US" sz="900" b="1" dirty="0">
                <a:solidFill>
                  <a:srgbClr val="595959"/>
                </a:solidFill>
                <a:latin typeface="FS PF BeauSans Pro"/>
                <a:ea typeface="FS PF BeauSans Pro"/>
                <a:cs typeface="FS PF BeauSans Pro"/>
              </a:rPr>
              <a:t>NVV-</a:t>
            </a:r>
            <a:r>
              <a:rPr lang="en-US" sz="900" b="1" dirty="0" err="1">
                <a:solidFill>
                  <a:srgbClr val="595959"/>
                </a:solidFill>
                <a:latin typeface="FS PF BeauSans Pro"/>
                <a:ea typeface="FS PF BeauSans Pro"/>
                <a:cs typeface="FS PF BeauSans Pro"/>
              </a:rPr>
              <a:t>SuperBench</a:t>
            </a:r>
            <a:r>
              <a:rPr lang="en-US" sz="900" b="1" dirty="0">
                <a:solidFill>
                  <a:srgbClr val="595959"/>
                </a:solidFill>
                <a:latin typeface="FS PF BeauSans Pro"/>
                <a:ea typeface="FS PF BeauSans Pro"/>
                <a:cs typeface="FS PF BeauSans Pro"/>
              </a:rPr>
              <a:t>: </a:t>
            </a:r>
            <a:r>
              <a:rPr lang="en-US" sz="900" dirty="0">
                <a:solidFill>
                  <a:srgbClr val="595959"/>
                </a:solidFill>
                <a:latin typeface="FS PF BeauSans Pro"/>
                <a:ea typeface="FS PF BeauSans Pro"/>
                <a:cs typeface="FS PF BeauSans Pro"/>
              </a:rPr>
              <a:t>Xue et al., </a:t>
            </a:r>
            <a:r>
              <a:rPr lang="en-US" sz="900" dirty="0"/>
              <a:t>arXiv:2604.16211</a:t>
            </a:r>
            <a:endParaRPr lang="en-US" sz="900" dirty="0">
              <a:solidFill>
                <a:srgbClr val="595959"/>
              </a:solidFill>
              <a:latin typeface="FS PF BeauSans Pro"/>
              <a:ea typeface="FS PF BeauSans Pro"/>
              <a:cs typeface="FS PF BeauSans Pro"/>
            </a:endParaRPr>
          </a:p>
        </p:txBody>
      </p:sp>
      <p:sp>
        <p:nvSpPr>
          <p:cNvPr id="4" name="Text Placeholder 3">
            <a:extLst>
              <a:ext uri="{FF2B5EF4-FFF2-40B4-BE49-F238E27FC236}">
                <a16:creationId xmlns:a16="http://schemas.microsoft.com/office/drawing/2014/main" id="{3989AA92-F76E-A548-A84D-F9C2236EF69A}"/>
              </a:ext>
            </a:extLst>
          </p:cNvPr>
          <p:cNvSpPr>
            <a:spLocks noGrp="1"/>
          </p:cNvSpPr>
          <p:nvPr>
            <p:ph type="body" idx="1"/>
          </p:nvPr>
        </p:nvSpPr>
        <p:spPr/>
        <p:txBody>
          <a:bodyPr/>
          <a:lstStyle/>
          <a:p>
            <a:r>
              <a:rPr lang="en-US" dirty="0"/>
              <a:t>Survey on commercial and open models</a:t>
            </a:r>
          </a:p>
          <a:p>
            <a:pPr marL="76200" indent="0">
              <a:buNone/>
            </a:pPr>
            <a:endParaRPr lang="en-US" dirty="0"/>
          </a:p>
        </p:txBody>
      </p:sp>
      <p:pic>
        <p:nvPicPr>
          <p:cNvPr id="6" name="Picture 5">
            <a:extLst>
              <a:ext uri="{FF2B5EF4-FFF2-40B4-BE49-F238E27FC236}">
                <a16:creationId xmlns:a16="http://schemas.microsoft.com/office/drawing/2014/main" id="{B07641C3-384E-40A0-CB07-89CD8454B6FC}"/>
              </a:ext>
            </a:extLst>
          </p:cNvPr>
          <p:cNvPicPr>
            <a:picLocks noChangeAspect="1"/>
          </p:cNvPicPr>
          <p:nvPr/>
        </p:nvPicPr>
        <p:blipFill>
          <a:blip r:embed="rId2"/>
          <a:srcRect t="2862"/>
          <a:stretch>
            <a:fillRect/>
          </a:stretch>
        </p:blipFill>
        <p:spPr>
          <a:xfrm>
            <a:off x="2249424" y="2236573"/>
            <a:ext cx="7772400" cy="3244490"/>
          </a:xfrm>
          <a:prstGeom prst="rect">
            <a:avLst/>
          </a:prstGeom>
        </p:spPr>
      </p:pic>
      <p:sp>
        <p:nvSpPr>
          <p:cNvPr id="7" name="TextBox 6">
            <a:extLst>
              <a:ext uri="{FF2B5EF4-FFF2-40B4-BE49-F238E27FC236}">
                <a16:creationId xmlns:a16="http://schemas.microsoft.com/office/drawing/2014/main" id="{06507E08-B887-3BC9-7DED-ED2D53AD86B5}"/>
              </a:ext>
            </a:extLst>
          </p:cNvPr>
          <p:cNvSpPr txBox="1"/>
          <p:nvPr/>
        </p:nvSpPr>
        <p:spPr>
          <a:xfrm>
            <a:off x="3613668" y="5561905"/>
            <a:ext cx="4961615" cy="307777"/>
          </a:xfrm>
          <a:prstGeom prst="rect">
            <a:avLst/>
          </a:prstGeom>
          <a:noFill/>
        </p:spPr>
        <p:txBody>
          <a:bodyPr wrap="none" rtlCol="0">
            <a:spAutoFit/>
          </a:bodyPr>
          <a:lstStyle/>
          <a:p>
            <a:r>
              <a:rPr lang="en-US" dirty="0"/>
              <a:t>Table 1: Performance of leading NVV TTS model on English</a:t>
            </a:r>
          </a:p>
        </p:txBody>
      </p:sp>
    </p:spTree>
    <p:extLst>
      <p:ext uri="{BB962C8B-B14F-4D97-AF65-F5344CB8AC3E}">
        <p14:creationId xmlns:p14="http://schemas.microsoft.com/office/powerpoint/2010/main" val="26356153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Overview</a:t>
            </a:r>
          </a:p>
        </p:txBody>
      </p:sp>
      <p:sp>
        <p:nvSpPr>
          <p:cNvPr id="148" name="Google Shape;148;p10"/>
          <p:cNvSpPr txBox="1">
            <a:spLocks noGrp="1"/>
          </p:cNvSpPr>
          <p:nvPr>
            <p:ph type="body" idx="1"/>
          </p:nvPr>
        </p:nvSpPr>
        <p:spPr>
          <a:xfrm>
            <a:off x="847303" y="1155063"/>
            <a:ext cx="10570464" cy="1496312"/>
          </a:xfrm>
          <a:prstGeom prst="rect">
            <a:avLst/>
          </a:prstGeom>
          <a:noFill/>
          <a:ln>
            <a:noFill/>
          </a:ln>
        </p:spPr>
        <p:txBody>
          <a:bodyPr spcFirstLastPara="1" wrap="square" lIns="91425" tIns="91425" rIns="91425" bIns="91425" anchor="t" anchorCtr="0">
            <a:noAutofit/>
          </a:bodyPr>
          <a:lstStyle/>
          <a:p>
            <a:pPr marL="76200" indent="0">
              <a:lnSpc>
                <a:spcPct val="100000"/>
              </a:lnSpc>
              <a:buNone/>
            </a:pPr>
            <a:r>
              <a:rPr lang="en-US" sz="2000" dirty="0">
                <a:solidFill>
                  <a:srgbClr val="000000"/>
                </a:solidFill>
                <a:latin typeface="Arimo"/>
                <a:ea typeface="Arimo"/>
                <a:cs typeface="Arimo"/>
                <a:sym typeface="Arimo"/>
              </a:rPr>
              <a:t>We synthesize tagged Vietnamese NVV speech, then fine-tune </a:t>
            </a:r>
            <a:r>
              <a:rPr lang="en-US" sz="2000" dirty="0" err="1">
                <a:solidFill>
                  <a:srgbClr val="000000"/>
                </a:solidFill>
                <a:latin typeface="Arimo"/>
                <a:ea typeface="Arimo"/>
                <a:cs typeface="Arimo"/>
                <a:sym typeface="Arimo"/>
              </a:rPr>
              <a:t>OmniVoice</a:t>
            </a:r>
            <a:r>
              <a:rPr lang="en-US" sz="2000" dirty="0">
                <a:solidFill>
                  <a:srgbClr val="000000"/>
                </a:solidFill>
                <a:latin typeface="Arimo"/>
                <a:ea typeface="Arimo"/>
                <a:cs typeface="Arimo"/>
                <a:sym typeface="Arimo"/>
              </a:rPr>
              <a:t> so an inline tag such as [laughter] produces that sound in the cloned 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6</a:t>
            </a:fld>
            <a:endParaRPr lang="en-US" dirty="0"/>
          </a:p>
        </p:txBody>
      </p:sp>
      <p:pic>
        <p:nvPicPr>
          <p:cNvPr id="3" name="Figure overview" descr="Overview: (a) training-data synthesis in six steps, (b) fine-tuning and inference">
            <a:extLst>
              <a:ext uri="{FF2B5EF4-FFF2-40B4-BE49-F238E27FC236}">
                <a16:creationId xmlns:a16="http://schemas.microsoft.com/office/drawing/2014/main" id="{3FEC5556-5172-4550-F4AE-0B1BFC9337EB}"/>
              </a:ext>
            </a:extLst>
          </p:cNvPr>
          <p:cNvPicPr>
            <a:picLocks noChangeAspect="1"/>
          </p:cNvPicPr>
          <p:nvPr/>
        </p:nvPicPr>
        <p:blipFill>
          <a:blip r:embed="rId2"/>
          <a:stretch>
            <a:fillRect/>
          </a:stretch>
        </p:blipFill>
        <p:spPr>
          <a:xfrm>
            <a:off x="2739697" y="1860418"/>
            <a:ext cx="6709557" cy="4307536"/>
          </a:xfrm>
          <a:prstGeom prst="rect">
            <a:avLst/>
          </a:prstGeom>
        </p:spPr>
      </p:pic>
      <p:sp>
        <p:nvSpPr>
          <p:cNvPr id="149" name="Footnote citations"/>
          <p:cNvSpPr txBox="1"/>
          <p:nvPr/>
        </p:nvSpPr>
        <p:spPr>
          <a:xfrm>
            <a:off x="228600" y="6282466"/>
            <a:ext cx="5268558" cy="484093"/>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OmniVoice: </a:t>
            </a:r>
            <a:r>
              <a:rPr lang="en-US" sz="800" dirty="0">
                <a:solidFill>
                  <a:srgbClr val="595959"/>
                </a:solidFill>
                <a:latin typeface="FS PF BeauSans Pro"/>
                <a:ea typeface="FS PF BeauSans Pro"/>
                <a:cs typeface="FS PF BeauSans Pro"/>
              </a:rPr>
              <a:t>Zhu et al., arXiv:2604.00688, 2026</a:t>
            </a:r>
          </a:p>
          <a:p>
            <a:pPr>
              <a:buNone/>
            </a:pPr>
            <a:r>
              <a:rPr lang="en-US" sz="800" b="1" dirty="0">
                <a:solidFill>
                  <a:srgbClr val="595959"/>
                </a:solidFill>
                <a:latin typeface="FS PF BeauSans Pro"/>
                <a:ea typeface="FS PF BeauSans Pro"/>
                <a:cs typeface="FS PF BeauSans Pro"/>
              </a:rPr>
              <a:t>Qwen3-Omni: </a:t>
            </a:r>
            <a:r>
              <a:rPr lang="en-US" sz="800" dirty="0">
                <a:solidFill>
                  <a:srgbClr val="595959"/>
                </a:solidFill>
                <a:latin typeface="FS PF BeauSans Pro"/>
                <a:ea typeface="FS PF BeauSans Pro"/>
                <a:cs typeface="FS PF BeauSans Pro"/>
              </a:rPr>
              <a:t>Qwen Team, arXiv:2509.17765, 2025</a:t>
            </a:r>
          </a:p>
          <a:p>
            <a:pPr>
              <a:buNone/>
            </a:pPr>
            <a:r>
              <a:rPr lang="en-US" sz="800" b="1" dirty="0">
                <a:solidFill>
                  <a:srgbClr val="595959"/>
                </a:solidFill>
                <a:latin typeface="FS PF BeauSans Pro"/>
                <a:ea typeface="FS PF BeauSans Pro"/>
                <a:cs typeface="FS PF BeauSans Pro"/>
              </a:rPr>
              <a:t>Seed-VC: </a:t>
            </a:r>
            <a:r>
              <a:rPr lang="en-US" sz="800" dirty="0">
                <a:solidFill>
                  <a:srgbClr val="595959"/>
                </a:solidFill>
                <a:latin typeface="FS PF BeauSans Pro"/>
                <a:ea typeface="FS PF BeauSans Pro"/>
                <a:cs typeface="FS PF BeauSans Pro"/>
              </a:rPr>
              <a:t>Liu, arXiv:2411.09943, 2024</a:t>
            </a:r>
          </a:p>
          <a:p>
            <a:pPr>
              <a:buNone/>
            </a:pPr>
            <a:r>
              <a:rPr lang="en-US" sz="800" b="1" dirty="0">
                <a:solidFill>
                  <a:srgbClr val="595959"/>
                </a:solidFill>
                <a:latin typeface="FS PF BeauSans Pro"/>
                <a:ea typeface="FS PF BeauSans Pro"/>
                <a:cs typeface="FS PF BeauSans Pro"/>
              </a:rPr>
              <a:t>NISQA: </a:t>
            </a:r>
            <a:r>
              <a:rPr lang="en-US" sz="800" dirty="0">
                <a:solidFill>
                  <a:srgbClr val="595959"/>
                </a:solidFill>
                <a:latin typeface="FS PF BeauSans Pro"/>
                <a:ea typeface="FS PF BeauSans Pro"/>
                <a:cs typeface="FS PF BeauSans Pro"/>
              </a:rPr>
              <a:t>Mittag et al., Interspeech 2021</a:t>
            </a:r>
          </a:p>
        </p:txBody>
      </p:sp>
    </p:spTree>
    <p:extLst>
      <p:ext uri="{BB962C8B-B14F-4D97-AF65-F5344CB8AC3E}">
        <p14:creationId xmlns:p14="http://schemas.microsoft.com/office/powerpoint/2010/main" val="30717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Speech data</a:t>
            </a:r>
          </a:p>
        </p:txBody>
      </p:sp>
      <p:sp>
        <p:nvSpPr>
          <p:cNvPr id="148" name="Google Shape;148;p10"/>
          <p:cNvSpPr txBox="1">
            <a:spLocks noGrp="1"/>
          </p:cNvSpPr>
          <p:nvPr>
            <p:ph type="body" idx="1"/>
          </p:nvPr>
        </p:nvSpPr>
        <p:spPr>
          <a:xfrm>
            <a:off x="548639" y="1990974"/>
            <a:ext cx="5486400" cy="420624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600"/>
              </a:spcAft>
              <a:buNone/>
            </a:pPr>
            <a:r>
              <a:rPr lang="en-US" sz="2000" b="1" dirty="0">
                <a:latin typeface="FS PF BeauSans Pro"/>
                <a:ea typeface="FS PF BeauSans Pro"/>
                <a:cs typeface="FS PF BeauSans Pro"/>
              </a:rPr>
              <a:t>Host recordings: real Vietnamese speech</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ViVoice</a:t>
            </a:r>
            <a:r>
              <a:rPr lang="en-US" sz="1800" dirty="0">
                <a:latin typeface="FS PF BeauSans Pro"/>
                <a:ea typeface="FS PF BeauSans Pro"/>
                <a:cs typeface="FS PF BeauSans Pro"/>
              </a:rPr>
              <a:t>: Vietnamese multi-speaker speech corpus</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Other Vietnamese podcast datasets</a:t>
            </a:r>
          </a:p>
          <a:p>
            <a:pPr marL="495300" indent="-342900">
              <a:lnSpc>
                <a:spcPct val="110000"/>
              </a:lnSpc>
              <a:spcAft>
                <a:spcPts val="400"/>
              </a:spcAft>
              <a:buFont typeface="Wingdings" panose="05000000000000000000" pitchFamily="2" charset="2"/>
              <a:buChar char="Ø"/>
            </a:pPr>
            <a:r>
              <a:rPr lang="en-US" sz="1800" dirty="0">
                <a:latin typeface="FS PF BeauSans Pro"/>
                <a:ea typeface="FS PF BeauSans Pro"/>
                <a:cs typeface="FS PF BeauSans Pro"/>
              </a:rPr>
              <a:t>Natural, conversational speech with real pauses: the slots where NVVs are inserted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7</a:t>
            </a:fld>
            <a:endParaRPr lang="en-US" dirty="0"/>
          </a:p>
        </p:txBody>
      </p:sp>
      <p:sp>
        <p:nvSpPr>
          <p:cNvPr id="150"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ViVoice: </a:t>
            </a:r>
            <a:r>
              <a:rPr lang="en-US" sz="900" dirty="0">
                <a:solidFill>
                  <a:srgbClr val="595959"/>
                </a:solidFill>
                <a:latin typeface="FS PF BeauSans Pro"/>
                <a:ea typeface="FS PF BeauSans Pro"/>
                <a:cs typeface="FS PF BeauSans Pro"/>
              </a:rPr>
              <a:t>capleaf, huggingface.co/datasets/capleaf/viVoice, 2024</a:t>
            </a:r>
          </a:p>
        </p:txBody>
      </p:sp>
      <p:pic>
        <p:nvPicPr>
          <p:cNvPr id="4" name="Picture 3">
            <a:extLst>
              <a:ext uri="{FF2B5EF4-FFF2-40B4-BE49-F238E27FC236}">
                <a16:creationId xmlns:a16="http://schemas.microsoft.com/office/drawing/2014/main" id="{3CBEB7B6-B403-B1AB-98E3-A85A78CF542A}"/>
              </a:ext>
            </a:extLst>
          </p:cNvPr>
          <p:cNvPicPr>
            <a:picLocks noChangeAspect="1"/>
          </p:cNvPicPr>
          <p:nvPr/>
        </p:nvPicPr>
        <p:blipFill>
          <a:blip r:embed="rId2"/>
          <a:stretch>
            <a:fillRect/>
          </a:stretch>
        </p:blipFill>
        <p:spPr>
          <a:xfrm>
            <a:off x="6156962" y="1990974"/>
            <a:ext cx="5820344" cy="2797762"/>
          </a:xfrm>
          <a:prstGeom prst="rect">
            <a:avLst/>
          </a:prstGeom>
        </p:spPr>
      </p:pic>
      <p:sp>
        <p:nvSpPr>
          <p:cNvPr id="5" name="TextBox 4">
            <a:extLst>
              <a:ext uri="{FF2B5EF4-FFF2-40B4-BE49-F238E27FC236}">
                <a16:creationId xmlns:a16="http://schemas.microsoft.com/office/drawing/2014/main" id="{0938A490-75A6-82CB-B713-700B0D098A52}"/>
              </a:ext>
            </a:extLst>
          </p:cNvPr>
          <p:cNvSpPr txBox="1"/>
          <p:nvPr/>
        </p:nvSpPr>
        <p:spPr>
          <a:xfrm>
            <a:off x="7879950" y="4905161"/>
            <a:ext cx="2374368" cy="307777"/>
          </a:xfrm>
          <a:prstGeom prst="rect">
            <a:avLst/>
          </a:prstGeom>
          <a:noFill/>
        </p:spPr>
        <p:txBody>
          <a:bodyPr wrap="none" rtlCol="0">
            <a:spAutoFit/>
          </a:bodyPr>
          <a:lstStyle/>
          <a:p>
            <a:r>
              <a:rPr lang="en-US" dirty="0"/>
              <a:t>Table 2: </a:t>
            </a:r>
            <a:r>
              <a:rPr lang="en-US" dirty="0" err="1"/>
              <a:t>viVoice</a:t>
            </a:r>
            <a:r>
              <a:rPr lang="en-US" dirty="0"/>
              <a:t> distribution</a:t>
            </a:r>
          </a:p>
        </p:txBody>
      </p:sp>
    </p:spTree>
    <p:extLst>
      <p:ext uri="{BB962C8B-B14F-4D97-AF65-F5344CB8AC3E}">
        <p14:creationId xmlns:p14="http://schemas.microsoft.com/office/powerpoint/2010/main" val="5847235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Built once before synthesis: clean, isolated NVV clips pooled from several corpora into 14 classes.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8</a:t>
            </a:fld>
            <a:endParaRPr lang="en-US" dirty="0"/>
          </a:p>
        </p:txBody>
      </p:sp>
      <p:sp>
        <p:nvSpPr>
          <p:cNvPr id="1009" name="Step 0"/>
          <p:cNvSpPr txBox="1"/>
          <p:nvPr/>
        </p:nvSpPr>
        <p:spPr>
          <a:xfrm>
            <a:off x="10210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Clip pool</a:t>
            </a:r>
          </a:p>
        </p:txBody>
      </p:sp>
      <p:sp>
        <p:nvSpPr>
          <p:cNvPr id="1010" name="Step 1"/>
          <p:cNvSpPr txBox="1"/>
          <p:nvPr/>
        </p:nvSpPr>
        <p:spPr>
          <a:xfrm>
            <a:off x="24841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1  Slot finding</a:t>
            </a:r>
          </a:p>
        </p:txBody>
      </p:sp>
      <p:sp>
        <p:nvSpPr>
          <p:cNvPr id="1011"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2"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3"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4"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5"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32" name="Input card"/>
          <p:cNvSpPr/>
          <p:nvPr/>
        </p:nvSpPr>
        <p:spPr>
          <a:xfrm>
            <a:off x="426720" y="2712720"/>
            <a:ext cx="262128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3" name="Input label"/>
          <p:cNvSpPr txBox="1"/>
          <p:nvPr/>
        </p:nvSpPr>
        <p:spPr>
          <a:xfrm>
            <a:off x="609600" y="2846832"/>
            <a:ext cx="225552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34" name="Chip VocalSound"/>
          <p:cNvSpPr txBox="1"/>
          <p:nvPr/>
        </p:nvSpPr>
        <p:spPr>
          <a:xfrm>
            <a:off x="609600" y="3221736"/>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VocalSound</a:t>
            </a:r>
          </a:p>
        </p:txBody>
      </p:sp>
      <p:sp>
        <p:nvSpPr>
          <p:cNvPr id="1035" name="Chip Deeply Nonverbal"/>
          <p:cNvSpPr txBox="1"/>
          <p:nvPr/>
        </p:nvSpPr>
        <p:spPr>
          <a:xfrm>
            <a:off x="609600" y="3538728"/>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Deeply Nonverbal</a:t>
            </a:r>
          </a:p>
        </p:txBody>
      </p:sp>
      <p:sp>
        <p:nvSpPr>
          <p:cNvPr id="1036" name="Chip FSD50K"/>
          <p:cNvSpPr txBox="1"/>
          <p:nvPr/>
        </p:nvSpPr>
        <p:spPr>
          <a:xfrm>
            <a:off x="609600" y="3855720"/>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FSD50K</a:t>
            </a:r>
          </a:p>
        </p:txBody>
      </p:sp>
      <p:sp>
        <p:nvSpPr>
          <p:cNvPr id="1037" name="Chip NVS-38K"/>
          <p:cNvSpPr txBox="1"/>
          <p:nvPr/>
        </p:nvSpPr>
        <p:spPr>
          <a:xfrm>
            <a:off x="609600" y="4172712"/>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NVS-38K</a:t>
            </a:r>
          </a:p>
        </p:txBody>
      </p:sp>
      <p:sp>
        <p:nvSpPr>
          <p:cNvPr id="1038" name="Input caption"/>
          <p:cNvSpPr txBox="1"/>
          <p:nvPr/>
        </p:nvSpPr>
        <p:spPr>
          <a:xfrm>
            <a:off x="609600" y="4529328"/>
            <a:ext cx="225552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Existing NVV corpora</a:t>
            </a:r>
            <a:r>
              <a:rPr lang="en-US" sz="1333" dirty="0">
                <a:solidFill>
                  <a:srgbClr val="000000"/>
                </a:solidFill>
                <a:latin typeface="FS PF BeauSans Pro"/>
                <a:ea typeface="FS PF BeauSans Pro"/>
                <a:cs typeface="FS PF BeauSans Pro"/>
                <a:sym typeface="FS PF BeauSans Pro"/>
              </a:rPr>
              <a:t> and a tagged speech corpus</a:t>
            </a:r>
          </a:p>
        </p:txBody>
      </p:sp>
      <p:sp>
        <p:nvSpPr>
          <p:cNvPr id="1039" name="Process card"/>
          <p:cNvSpPr/>
          <p:nvPr/>
        </p:nvSpPr>
        <p:spPr>
          <a:xfrm>
            <a:off x="3596640" y="2712720"/>
            <a:ext cx="304800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40" name="Process label"/>
          <p:cNvSpPr txBox="1"/>
          <p:nvPr/>
        </p:nvSpPr>
        <p:spPr>
          <a:xfrm>
            <a:off x="3779520" y="2846832"/>
            <a:ext cx="268224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41" name="Process visual text"/>
          <p:cNvSpPr txBox="1"/>
          <p:nvPr/>
        </p:nvSpPr>
        <p:spPr>
          <a:xfrm>
            <a:off x="3779520" y="3200400"/>
            <a:ext cx="2682240" cy="1249680"/>
          </a:xfrm>
          <a:prstGeom prst="rect">
            <a:avLst/>
          </a:prstGeom>
          <a:noFill/>
          <a:ln>
            <a:noFill/>
          </a:ln>
        </p:spPr>
        <p:txBody>
          <a:bodyPr wrap="square" lIns="0" tIns="0" rIns="0" bIns="0" rtlCol="0" anchor="ctr">
            <a:noAutofit/>
          </a:bodyPr>
          <a:lstStyle/>
          <a:p>
            <a:pPr algn="ctr">
              <a:spcAft>
                <a:spcPts val="333"/>
              </a:spcAft>
            </a:pPr>
            <a:r>
              <a:rPr lang="en-US" sz="1200" b="1" dirty="0">
                <a:solidFill>
                  <a:srgbClr val="404155"/>
                </a:solidFill>
                <a:latin typeface="FS PF BeauSans Pro"/>
                <a:ea typeface="FS PF BeauSans Pro"/>
                <a:cs typeface="FS PF BeauSans Pro"/>
                <a:sym typeface="FS PF BeauSans Pro"/>
              </a:rPr>
              <a:t>Right class (FlexSED)</a:t>
            </a:r>
          </a:p>
          <a:p>
            <a:pPr algn="ctr">
              <a:spcAft>
                <a:spcPts val="333"/>
              </a:spcAft>
            </a:pPr>
            <a:r>
              <a:rPr lang="en-US" sz="1200" b="1" dirty="0">
                <a:solidFill>
                  <a:srgbClr val="404155"/>
                </a:solidFill>
                <a:latin typeface="FS PF BeauSans Pro"/>
                <a:ea typeface="FS PF BeauSans Pro"/>
                <a:cs typeface="FS PF BeauSans Pro"/>
                <a:sym typeface="FS PF BeauSans Pro"/>
              </a:rPr>
              <a:t>No speech (Qwen3-ASR)</a:t>
            </a:r>
          </a:p>
          <a:p>
            <a:pPr algn="ctr">
              <a:spcAft>
                <a:spcPts val="333"/>
              </a:spcAft>
            </a:pPr>
            <a:r>
              <a:rPr lang="en-US" sz="1200" b="1" dirty="0">
                <a:solidFill>
                  <a:srgbClr val="404155"/>
                </a:solidFill>
                <a:latin typeface="FS PF BeauSans Pro"/>
                <a:ea typeface="FS PF BeauSans Pro"/>
                <a:cs typeface="FS PF BeauSans Pro"/>
                <a:sym typeface="FS PF BeauSans Pro"/>
              </a:rPr>
              <a:t>Plausible length</a:t>
            </a:r>
          </a:p>
          <a:p>
            <a:pPr algn="ctr">
              <a:spcAft>
                <a:spcPts val="333"/>
              </a:spcAft>
            </a:pPr>
            <a:r>
              <a:rPr lang="en-US" sz="1200" b="1" dirty="0">
                <a:solidFill>
                  <a:srgbClr val="404155"/>
                </a:solidFill>
                <a:latin typeface="FS PF BeauSans Pro"/>
                <a:ea typeface="FS PF BeauSans Pro"/>
                <a:cs typeface="FS PF BeauSans Pro"/>
                <a:sym typeface="FS PF BeauSans Pro"/>
              </a:rPr>
              <a:t>SNR ≥ 6 dB, no clipping</a:t>
            </a:r>
          </a:p>
        </p:txBody>
      </p:sp>
      <p:sp>
        <p:nvSpPr>
          <p:cNvPr id="1042" name="Process caption"/>
          <p:cNvSpPr txBox="1"/>
          <p:nvPr/>
        </p:nvSpPr>
        <p:spPr>
          <a:xfrm>
            <a:off x="3779520" y="4529328"/>
            <a:ext cx="268224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Locate, trim and check</a:t>
            </a:r>
            <a:r>
              <a:rPr lang="en-US" sz="1333" dirty="0">
                <a:solidFill>
                  <a:srgbClr val="000000"/>
                </a:solidFill>
                <a:latin typeface="FS PF BeauSans Pro"/>
                <a:ea typeface="FS PF BeauSans Pro"/>
                <a:cs typeface="FS PF BeauSans Pro"/>
                <a:sym typeface="FS PF BeauSans Pro"/>
              </a:rPr>
              <a:t> each event; keep only clean, isolated ones</a:t>
            </a:r>
          </a:p>
        </p:txBody>
      </p:sp>
      <p:sp>
        <p:nvSpPr>
          <p:cNvPr id="1043" name="Output card"/>
          <p:cNvSpPr/>
          <p:nvPr/>
        </p:nvSpPr>
        <p:spPr>
          <a:xfrm>
            <a:off x="7193280" y="2712720"/>
            <a:ext cx="457200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44" name="Output label"/>
          <p:cNvSpPr txBox="1"/>
          <p:nvPr/>
        </p:nvSpPr>
        <p:spPr>
          <a:xfrm>
            <a:off x="7376160" y="2846832"/>
            <a:ext cx="420624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45" name="Chip laughter"/>
          <p:cNvSpPr txBox="1"/>
          <p:nvPr/>
        </p:nvSpPr>
        <p:spPr>
          <a:xfrm>
            <a:off x="7376160" y="3221736"/>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laughter</a:t>
            </a:r>
          </a:p>
        </p:txBody>
      </p:sp>
      <p:sp>
        <p:nvSpPr>
          <p:cNvPr id="1046" name="Chip sigh"/>
          <p:cNvSpPr txBox="1"/>
          <p:nvPr/>
        </p:nvSpPr>
        <p:spPr>
          <a:xfrm>
            <a:off x="8442960" y="3221736"/>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sigh</a:t>
            </a:r>
          </a:p>
        </p:txBody>
      </p:sp>
      <p:sp>
        <p:nvSpPr>
          <p:cNvPr id="1047" name="Chip cough"/>
          <p:cNvSpPr txBox="1"/>
          <p:nvPr/>
        </p:nvSpPr>
        <p:spPr>
          <a:xfrm>
            <a:off x="9509760" y="3221736"/>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cough</a:t>
            </a:r>
          </a:p>
        </p:txBody>
      </p:sp>
      <p:sp>
        <p:nvSpPr>
          <p:cNvPr id="1048" name="Chip throatclearing"/>
          <p:cNvSpPr txBox="1"/>
          <p:nvPr/>
        </p:nvSpPr>
        <p:spPr>
          <a:xfrm>
            <a:off x="10576560" y="3221736"/>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throatclearing</a:t>
            </a:r>
          </a:p>
        </p:txBody>
      </p:sp>
      <p:sp>
        <p:nvSpPr>
          <p:cNvPr id="1049" name="Chip sneeze"/>
          <p:cNvSpPr txBox="1"/>
          <p:nvPr/>
        </p:nvSpPr>
        <p:spPr>
          <a:xfrm>
            <a:off x="7376160" y="3538728"/>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sneeze</a:t>
            </a:r>
          </a:p>
        </p:txBody>
      </p:sp>
      <p:sp>
        <p:nvSpPr>
          <p:cNvPr id="1050" name="Chip sniff"/>
          <p:cNvSpPr txBox="1"/>
          <p:nvPr/>
        </p:nvSpPr>
        <p:spPr>
          <a:xfrm>
            <a:off x="8442960" y="3538728"/>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sniff</a:t>
            </a:r>
          </a:p>
        </p:txBody>
      </p:sp>
      <p:sp>
        <p:nvSpPr>
          <p:cNvPr id="1051" name="Chip breathing"/>
          <p:cNvSpPr txBox="1"/>
          <p:nvPr/>
        </p:nvSpPr>
        <p:spPr>
          <a:xfrm>
            <a:off x="9509760" y="3538728"/>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breathing</a:t>
            </a:r>
          </a:p>
        </p:txBody>
      </p:sp>
      <p:sp>
        <p:nvSpPr>
          <p:cNvPr id="1052" name="Chip screaming"/>
          <p:cNvSpPr txBox="1"/>
          <p:nvPr/>
        </p:nvSpPr>
        <p:spPr>
          <a:xfrm>
            <a:off x="10576560" y="3538728"/>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screaming</a:t>
            </a:r>
          </a:p>
        </p:txBody>
      </p:sp>
      <p:sp>
        <p:nvSpPr>
          <p:cNvPr id="1053" name="Chip gasp"/>
          <p:cNvSpPr txBox="1"/>
          <p:nvPr/>
        </p:nvSpPr>
        <p:spPr>
          <a:xfrm>
            <a:off x="7376160" y="3855720"/>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gasp</a:t>
            </a:r>
          </a:p>
        </p:txBody>
      </p:sp>
      <p:sp>
        <p:nvSpPr>
          <p:cNvPr id="1054" name="Chip snoring"/>
          <p:cNvSpPr txBox="1"/>
          <p:nvPr/>
        </p:nvSpPr>
        <p:spPr>
          <a:xfrm>
            <a:off x="8442960" y="3855720"/>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snoring</a:t>
            </a:r>
          </a:p>
        </p:txBody>
      </p:sp>
      <p:sp>
        <p:nvSpPr>
          <p:cNvPr id="1055" name="Chip crying"/>
          <p:cNvSpPr txBox="1"/>
          <p:nvPr/>
        </p:nvSpPr>
        <p:spPr>
          <a:xfrm>
            <a:off x="9509760" y="3855720"/>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crying</a:t>
            </a:r>
          </a:p>
        </p:txBody>
      </p:sp>
      <p:sp>
        <p:nvSpPr>
          <p:cNvPr id="1056" name="Chip yawn"/>
          <p:cNvSpPr txBox="1"/>
          <p:nvPr/>
        </p:nvSpPr>
        <p:spPr>
          <a:xfrm>
            <a:off x="10576560" y="3855720"/>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yawn</a:t>
            </a:r>
          </a:p>
        </p:txBody>
      </p:sp>
      <p:sp>
        <p:nvSpPr>
          <p:cNvPr id="1057" name="Chip moan"/>
          <p:cNvSpPr txBox="1"/>
          <p:nvPr/>
        </p:nvSpPr>
        <p:spPr>
          <a:xfrm>
            <a:off x="7376160" y="4172712"/>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moan</a:t>
            </a:r>
          </a:p>
        </p:txBody>
      </p:sp>
      <p:sp>
        <p:nvSpPr>
          <p:cNvPr id="1058" name="Chip pant"/>
          <p:cNvSpPr txBox="1"/>
          <p:nvPr/>
        </p:nvSpPr>
        <p:spPr>
          <a:xfrm>
            <a:off x="8442960" y="4172712"/>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pant</a:t>
            </a:r>
          </a:p>
        </p:txBody>
      </p:sp>
      <p:sp>
        <p:nvSpPr>
          <p:cNvPr id="1059" name="Output caption"/>
          <p:cNvSpPr txBox="1"/>
          <p:nvPr/>
        </p:nvSpPr>
        <p:spPr>
          <a:xfrm>
            <a:off x="7376160" y="4529328"/>
            <a:ext cx="420624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Clip pool</a:t>
            </a:r>
            <a:r>
              <a:rPr lang="en-US" sz="1333" dirty="0">
                <a:solidFill>
                  <a:srgbClr val="000000"/>
                </a:solidFill>
                <a:latin typeface="FS PF BeauSans Pro"/>
                <a:ea typeface="FS PF BeauSans Pro"/>
                <a:cs typeface="FS PF BeauSans Pro"/>
                <a:sym typeface="FS PF BeauSans Pro"/>
              </a:rPr>
              <a:t>: 14 NVV classes</a:t>
            </a:r>
          </a:p>
        </p:txBody>
      </p:sp>
      <p:sp>
        <p:nvSpPr>
          <p:cNvPr id="1060" name="Flow arrow 1"/>
          <p:cNvSpPr/>
          <p:nvPr/>
        </p:nvSpPr>
        <p:spPr>
          <a:xfrm>
            <a:off x="315468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1" name="Flow arrow 2"/>
          <p:cNvSpPr/>
          <p:nvPr/>
        </p:nvSpPr>
        <p:spPr>
          <a:xfrm>
            <a:off x="67513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Tree>
    <p:extLst>
      <p:ext uri="{BB962C8B-B14F-4D97-AF65-F5344CB8AC3E}">
        <p14:creationId xmlns:p14="http://schemas.microsoft.com/office/powerpoint/2010/main" val="584723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1DF9C122-3012-C3BD-F55B-FF675829078B}"/>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C5954C47-8350-BBD2-1E84-89E1A6785D3B}"/>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a:extLst>
              <a:ext uri="{FF2B5EF4-FFF2-40B4-BE49-F238E27FC236}">
                <a16:creationId xmlns:a16="http://schemas.microsoft.com/office/drawing/2014/main" id="{2948CE33-01E6-E042-142B-7C712E61EEE7}"/>
              </a:ext>
            </a:extLst>
          </p:cNvPr>
          <p:cNvSpPr txBox="1">
            <a:spLocks noGrp="1"/>
          </p:cNvSpPr>
          <p:nvPr>
            <p:ph type="body" idx="1"/>
          </p:nvPr>
        </p:nvSpPr>
        <p:spPr>
          <a:xfrm>
            <a:off x="850392" y="2545080"/>
            <a:ext cx="4559808"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Built once before synthesis: clean, isolated NVV clips pooled from several corpora into 14 classes.</a:t>
            </a:r>
          </a:p>
        </p:txBody>
      </p:sp>
      <p:sp>
        <p:nvSpPr>
          <p:cNvPr id="2" name="Slide Number Placeholder 1">
            <a:extLst>
              <a:ext uri="{FF2B5EF4-FFF2-40B4-BE49-F238E27FC236}">
                <a16:creationId xmlns:a16="http://schemas.microsoft.com/office/drawing/2014/main" id="{90EF4C06-006E-3F1E-BB18-3BB234B95A8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dirty="0"/>
          </a:p>
        </p:txBody>
      </p:sp>
      <p:sp>
        <p:nvSpPr>
          <p:cNvPr id="1009" name="Step 0">
            <a:extLst>
              <a:ext uri="{FF2B5EF4-FFF2-40B4-BE49-F238E27FC236}">
                <a16:creationId xmlns:a16="http://schemas.microsoft.com/office/drawing/2014/main" id="{5DC7F49C-B3E8-CD92-64C4-D850ED687704}"/>
              </a:ext>
            </a:extLst>
          </p:cNvPr>
          <p:cNvSpPr txBox="1"/>
          <p:nvPr/>
        </p:nvSpPr>
        <p:spPr>
          <a:xfrm>
            <a:off x="10210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Clip pool</a:t>
            </a:r>
          </a:p>
        </p:txBody>
      </p:sp>
      <p:sp>
        <p:nvSpPr>
          <p:cNvPr id="1010" name="Step 1">
            <a:extLst>
              <a:ext uri="{FF2B5EF4-FFF2-40B4-BE49-F238E27FC236}">
                <a16:creationId xmlns:a16="http://schemas.microsoft.com/office/drawing/2014/main" id="{E4385983-FD86-D8F7-5A4D-7FD0615B4C63}"/>
              </a:ext>
            </a:extLst>
          </p:cNvPr>
          <p:cNvSpPr txBox="1"/>
          <p:nvPr/>
        </p:nvSpPr>
        <p:spPr>
          <a:xfrm>
            <a:off x="24841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1  Slot finding</a:t>
            </a:r>
          </a:p>
        </p:txBody>
      </p:sp>
      <p:sp>
        <p:nvSpPr>
          <p:cNvPr id="1011" name="Step 2">
            <a:extLst>
              <a:ext uri="{FF2B5EF4-FFF2-40B4-BE49-F238E27FC236}">
                <a16:creationId xmlns:a16="http://schemas.microsoft.com/office/drawing/2014/main" id="{7918525E-C5EC-1B54-18AD-0630B4D316C8}"/>
              </a:ext>
            </a:extLst>
          </p:cNvPr>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2" name="Step 3">
            <a:extLst>
              <a:ext uri="{FF2B5EF4-FFF2-40B4-BE49-F238E27FC236}">
                <a16:creationId xmlns:a16="http://schemas.microsoft.com/office/drawing/2014/main" id="{E738DF00-71F6-A000-BBA0-DC895ADAE748}"/>
              </a:ext>
            </a:extLst>
          </p:cNvPr>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3" name="Step 4">
            <a:extLst>
              <a:ext uri="{FF2B5EF4-FFF2-40B4-BE49-F238E27FC236}">
                <a16:creationId xmlns:a16="http://schemas.microsoft.com/office/drawing/2014/main" id="{10FEC912-BD22-6298-9CC5-2C25A097BF06}"/>
              </a:ext>
            </a:extLst>
          </p:cNvPr>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4" name="Step 5">
            <a:extLst>
              <a:ext uri="{FF2B5EF4-FFF2-40B4-BE49-F238E27FC236}">
                <a16:creationId xmlns:a16="http://schemas.microsoft.com/office/drawing/2014/main" id="{E0B01856-94D0-C66C-EB58-1930F149E096}"/>
              </a:ext>
            </a:extLst>
          </p:cNvPr>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5" name="Step 6">
            <a:extLst>
              <a:ext uri="{FF2B5EF4-FFF2-40B4-BE49-F238E27FC236}">
                <a16:creationId xmlns:a16="http://schemas.microsoft.com/office/drawing/2014/main" id="{46A735FB-AC30-960D-7951-2F24607F48F5}"/>
              </a:ext>
            </a:extLst>
          </p:cNvPr>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pic>
        <p:nvPicPr>
          <p:cNvPr id="4" name="Picture 3">
            <a:extLst>
              <a:ext uri="{FF2B5EF4-FFF2-40B4-BE49-F238E27FC236}">
                <a16:creationId xmlns:a16="http://schemas.microsoft.com/office/drawing/2014/main" id="{CF05F29E-62C4-E7F3-2588-38F2FE562B03}"/>
              </a:ext>
            </a:extLst>
          </p:cNvPr>
          <p:cNvPicPr>
            <a:picLocks noChangeAspect="1"/>
          </p:cNvPicPr>
          <p:nvPr/>
        </p:nvPicPr>
        <p:blipFill>
          <a:blip r:embed="rId2"/>
          <a:stretch>
            <a:fillRect/>
          </a:stretch>
        </p:blipFill>
        <p:spPr>
          <a:xfrm>
            <a:off x="6927598" y="1197864"/>
            <a:ext cx="3557522" cy="3954904"/>
          </a:xfrm>
          <a:prstGeom prst="rect">
            <a:avLst/>
          </a:prstGeom>
        </p:spPr>
      </p:pic>
      <p:sp>
        <p:nvSpPr>
          <p:cNvPr id="3" name="TextBox 2">
            <a:extLst>
              <a:ext uri="{FF2B5EF4-FFF2-40B4-BE49-F238E27FC236}">
                <a16:creationId xmlns:a16="http://schemas.microsoft.com/office/drawing/2014/main" id="{E346E55C-9483-A29E-BD57-5AAFA5098EAD}"/>
              </a:ext>
            </a:extLst>
          </p:cNvPr>
          <p:cNvSpPr txBox="1"/>
          <p:nvPr/>
        </p:nvSpPr>
        <p:spPr>
          <a:xfrm>
            <a:off x="7414178" y="5152768"/>
            <a:ext cx="2584362" cy="307777"/>
          </a:xfrm>
          <a:prstGeom prst="rect">
            <a:avLst/>
          </a:prstGeom>
          <a:noFill/>
        </p:spPr>
        <p:txBody>
          <a:bodyPr wrap="none" rtlCol="0">
            <a:spAutoFit/>
          </a:bodyPr>
          <a:lstStyle/>
          <a:p>
            <a:r>
              <a:rPr lang="en-US" dirty="0"/>
              <a:t>Table 3: NVV element statistic</a:t>
            </a:r>
          </a:p>
        </p:txBody>
      </p:sp>
    </p:spTree>
    <p:extLst>
      <p:ext uri="{BB962C8B-B14F-4D97-AF65-F5344CB8AC3E}">
        <p14:creationId xmlns:p14="http://schemas.microsoft.com/office/powerpoint/2010/main" val="21023284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Slot finding</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voice activity detector and a forced aligner find the pauses between words, and each becomes a numbered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10</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pic>
        <p:nvPicPr>
          <p:cNvPr id="1019" name="Input visual source" descr="Waveform of a Vietnamese utterance"/>
          <p:cNvPicPr>
            <a:picLocks noChangeAspect="1"/>
          </p:cNvPicPr>
          <p:nvPr/>
        </p:nvPicPr>
        <p:blipFill>
          <a:blip r:embed="rId2"/>
          <a:stretch>
            <a:fillRect/>
          </a:stretch>
        </p:blipFill>
        <p:spPr>
          <a:xfrm>
            <a:off x="792480" y="3475295"/>
            <a:ext cx="2926080" cy="699891"/>
          </a:xfrm>
          <a:prstGeom prst="rect">
            <a:avLst/>
          </a:prstGeom>
        </p:spPr>
      </p:pic>
      <p:sp>
        <p:nvSpPr>
          <p:cNvPr id="1020"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Vietnamese utterance</a:t>
            </a:r>
            <a:r>
              <a:rPr lang="en-US" sz="1333" dirty="0">
                <a:solidFill>
                  <a:srgbClr val="000000"/>
                </a:solidFill>
                <a:latin typeface="FS PF BeauSans Pro"/>
                <a:ea typeface="FS PF BeauSans Pro"/>
                <a:cs typeface="FS PF BeauSans Pro"/>
                <a:sym typeface="FS PF BeauSans Pro"/>
              </a:rPr>
              <a:t>: audio + transcript</a:t>
            </a:r>
          </a:p>
        </p:txBody>
      </p:sp>
      <p:sp>
        <p:nvSpPr>
          <p:cNvPr id="1021"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2"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3" name="Process visual text"/>
          <p:cNvSpPr txBox="1"/>
          <p:nvPr/>
        </p:nvSpPr>
        <p:spPr>
          <a:xfrm>
            <a:off x="4632960" y="3200400"/>
            <a:ext cx="2926080" cy="1249680"/>
          </a:xfrm>
          <a:prstGeom prst="rect">
            <a:avLst/>
          </a:prstGeom>
          <a:noFill/>
          <a:ln>
            <a:noFill/>
          </a:ln>
        </p:spPr>
        <p:txBody>
          <a:bodyPr wrap="square" lIns="0" tIns="0" rIns="0" bIns="0" rtlCol="0" anchor="ctr">
            <a:noAutofit/>
          </a:bodyPr>
          <a:lstStyle/>
          <a:p>
            <a:pPr algn="ctr">
              <a:spcAft>
                <a:spcPts val="133"/>
              </a:spcAft>
            </a:pPr>
            <a:r>
              <a:rPr lang="en-US" sz="1333" b="1" dirty="0">
                <a:solidFill>
                  <a:srgbClr val="404155"/>
                </a:solidFill>
                <a:latin typeface="FS PF BeauSans Pro"/>
                <a:ea typeface="FS PF BeauSans Pro"/>
                <a:cs typeface="FS PF BeauSans Pro"/>
                <a:sym typeface="FS PF BeauSans Pro"/>
              </a:rPr>
              <a:t>Silero VAD</a:t>
            </a:r>
          </a:p>
          <a:p>
            <a:pPr algn="ctr">
              <a:spcAft>
                <a:spcPts val="133"/>
              </a:spcAft>
            </a:pPr>
            <a:r>
              <a:rPr lang="en-US" sz="1333" b="1" dirty="0">
                <a:solidFill>
                  <a:srgbClr val="404155"/>
                </a:solidFill>
                <a:latin typeface="FS PF BeauSans Pro"/>
                <a:ea typeface="FS PF BeauSans Pro"/>
                <a:cs typeface="FS PF BeauSans Pro"/>
                <a:sym typeface="FS PF BeauSans Pro"/>
              </a:rPr>
              <a:t>→ pauses</a:t>
            </a:r>
          </a:p>
          <a:p>
            <a:pPr algn="ctr">
              <a:spcAft>
                <a:spcPts val="133"/>
              </a:spcAft>
            </a:pPr>
            <a:r>
              <a:rPr lang="en-US" sz="1333" b="1" dirty="0">
                <a:solidFill>
                  <a:srgbClr val="404155"/>
                </a:solidFill>
                <a:latin typeface="FS PF BeauSans Pro"/>
                <a:ea typeface="FS PF BeauSans Pro"/>
                <a:cs typeface="FS PF BeauSans Pro"/>
                <a:sym typeface="FS PF BeauSans Pro"/>
              </a:rPr>
              <a:t>Qwen3-ForcedAligner</a:t>
            </a:r>
          </a:p>
          <a:p>
            <a:pPr algn="ctr">
              <a:spcAft>
                <a:spcPts val="133"/>
              </a:spcAft>
            </a:pPr>
            <a:r>
              <a:rPr lang="en-US" sz="1333" b="1" dirty="0">
                <a:solidFill>
                  <a:srgbClr val="404155"/>
                </a:solidFill>
                <a:latin typeface="FS PF BeauSans Pro"/>
                <a:ea typeface="FS PF BeauSans Pro"/>
                <a:cs typeface="FS PF BeauSans Pro"/>
                <a:sym typeface="FS PF BeauSans Pro"/>
              </a:rPr>
              <a:t>→ word boundaries</a:t>
            </a:r>
          </a:p>
        </p:txBody>
      </p:sp>
      <p:sp>
        <p:nvSpPr>
          <p:cNvPr id="1024"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dirty="0">
                <a:solidFill>
                  <a:srgbClr val="000000"/>
                </a:solidFill>
                <a:latin typeface="FS PF BeauSans Pro"/>
                <a:ea typeface="FS PF BeauSans Pro"/>
                <a:cs typeface="FS PF BeauSans Pro"/>
                <a:sym typeface="FS PF BeauSans Pro"/>
              </a:rPr>
              <a:t>A pause between two words becomes a </a:t>
            </a:r>
            <a:r>
              <a:rPr lang="en-US" sz="1333" b="1" dirty="0">
                <a:solidFill>
                  <a:srgbClr val="404155"/>
                </a:solidFill>
                <a:latin typeface="FS PF BeauSans Pro"/>
                <a:ea typeface="FS PF BeauSans Pro"/>
                <a:cs typeface="FS PF BeauSans Pro"/>
                <a:sym typeface="FS PF BeauSans Pro"/>
              </a:rPr>
              <a:t>slot</a:t>
            </a:r>
          </a:p>
        </p:txBody>
      </p:sp>
      <p:sp>
        <p:nvSpPr>
          <p:cNvPr id="1025"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6"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7" name="Slot 1"/>
          <p:cNvSpPr/>
          <p:nvPr/>
        </p:nvSpPr>
        <p:spPr>
          <a:xfrm>
            <a:off x="9153863" y="3456432"/>
            <a:ext cx="313047" cy="688848"/>
          </a:xfrm>
          <a:prstGeom prst="rect">
            <a:avLst/>
          </a:prstGeom>
          <a:solidFill>
            <a:srgbClr val="E6E6E6"/>
          </a:solidFill>
          <a:ln>
            <a:noFill/>
          </a:ln>
        </p:spPr>
        <p:txBody>
          <a:bodyPr wrap="square" lIns="0" tIns="0" rIns="0" bIns="0" rtlCol="0" anchor="t">
            <a:noAutofit/>
          </a:bodyPr>
          <a:lstStyle/>
          <a:p>
            <a:endParaRPr lang="en-US" dirty="0"/>
          </a:p>
        </p:txBody>
      </p:sp>
      <p:sp>
        <p:nvSpPr>
          <p:cNvPr id="1028" name="Slot 2"/>
          <p:cNvSpPr/>
          <p:nvPr/>
        </p:nvSpPr>
        <p:spPr>
          <a:xfrm>
            <a:off x="10531327" y="3456432"/>
            <a:ext cx="500817" cy="688848"/>
          </a:xfrm>
          <a:prstGeom prst="rect">
            <a:avLst/>
          </a:prstGeom>
          <a:solidFill>
            <a:srgbClr val="E6E6E6"/>
          </a:solidFill>
          <a:ln>
            <a:noFill/>
          </a:ln>
        </p:spPr>
        <p:txBody>
          <a:bodyPr wrap="square" lIns="0" tIns="0" rIns="0" bIns="0" rtlCol="0" anchor="t">
            <a:noAutofit/>
          </a:bodyPr>
          <a:lstStyle/>
          <a:p>
            <a:endParaRPr lang="en-US" dirty="0"/>
          </a:p>
        </p:txBody>
      </p:sp>
      <p:pic>
        <p:nvPicPr>
          <p:cNvPr id="1029" name="Host utterance" descr="Waveform of the host utterance with two pauses"/>
          <p:cNvPicPr>
            <a:picLocks noChangeAspect="1"/>
          </p:cNvPicPr>
          <p:nvPr/>
        </p:nvPicPr>
        <p:blipFill>
          <a:blip r:embed="rId2"/>
          <a:stretch>
            <a:fillRect/>
          </a:stretch>
        </p:blipFill>
        <p:spPr>
          <a:xfrm>
            <a:off x="8496523" y="3456432"/>
            <a:ext cx="2879915" cy="688848"/>
          </a:xfrm>
          <a:prstGeom prst="rect">
            <a:avLst/>
          </a:prstGeom>
        </p:spPr>
      </p:pic>
      <p:sp>
        <p:nvSpPr>
          <p:cNvPr id="1030" name="Slot number 1"/>
          <p:cNvSpPr txBox="1"/>
          <p:nvPr/>
        </p:nvSpPr>
        <p:spPr>
          <a:xfrm>
            <a:off x="9212851" y="3212592"/>
            <a:ext cx="195072" cy="195072"/>
          </a:xfrm>
          <a:prstGeom prst="ellipse">
            <a:avLst/>
          </a:prstGeom>
          <a:solidFill>
            <a:srgbClr val="C62828"/>
          </a:solidFill>
          <a:ln>
            <a:noFill/>
          </a:ln>
        </p:spPr>
        <p:txBody>
          <a:bodyPr wrap="square" lIns="0" tIns="0" rIns="0" bIns="0" rtlCol="0" anchor="ctr">
            <a:noAutofit/>
          </a:bodyPr>
          <a:lstStyle/>
          <a:p>
            <a:pPr algn="ctr"/>
            <a:r>
              <a:rPr lang="en-US" sz="867" b="1" dirty="0">
                <a:solidFill>
                  <a:srgbClr val="FFFFFF"/>
                </a:solidFill>
                <a:latin typeface="FS PF BeauSans Pro"/>
                <a:ea typeface="FS PF BeauSans Pro"/>
                <a:cs typeface="FS PF BeauSans Pro"/>
                <a:sym typeface="FS PF BeauSans Pro"/>
              </a:rPr>
              <a:t>1</a:t>
            </a:r>
          </a:p>
        </p:txBody>
      </p:sp>
      <p:sp>
        <p:nvSpPr>
          <p:cNvPr id="1031" name="Slot number 2"/>
          <p:cNvSpPr txBox="1"/>
          <p:nvPr/>
        </p:nvSpPr>
        <p:spPr>
          <a:xfrm>
            <a:off x="10684199" y="3212592"/>
            <a:ext cx="195072" cy="195072"/>
          </a:xfrm>
          <a:prstGeom prst="ellipse">
            <a:avLst/>
          </a:prstGeom>
          <a:solidFill>
            <a:srgbClr val="FFFFFF"/>
          </a:solidFill>
          <a:ln w="10583">
            <a:solidFill>
              <a:srgbClr val="404155"/>
            </a:solidFill>
          </a:ln>
        </p:spPr>
        <p:txBody>
          <a:bodyPr wrap="square" lIns="0" tIns="0" rIns="0" bIns="0" rtlCol="0" anchor="ctr">
            <a:noAutofit/>
          </a:bodyPr>
          <a:lstStyle/>
          <a:p>
            <a:pPr algn="ctr"/>
            <a:r>
              <a:rPr lang="en-US" sz="867" b="1" dirty="0">
                <a:solidFill>
                  <a:srgbClr val="404155"/>
                </a:solidFill>
                <a:latin typeface="FS PF BeauSans Pro"/>
                <a:ea typeface="FS PF BeauSans Pro"/>
                <a:cs typeface="FS PF BeauSans Pro"/>
                <a:sym typeface="FS PF BeauSans Pro"/>
              </a:rPr>
              <a:t>2</a:t>
            </a:r>
          </a:p>
        </p:txBody>
      </p:sp>
      <p:sp>
        <p:nvSpPr>
          <p:cNvPr id="1032" name="Transcript"/>
          <p:cNvSpPr txBox="1"/>
          <p:nvPr/>
        </p:nvSpPr>
        <p:spPr>
          <a:xfrm>
            <a:off x="8473440" y="4194048"/>
            <a:ext cx="2926080" cy="256032"/>
          </a:xfrm>
          <a:prstGeom prst="rect">
            <a:avLst/>
          </a:prstGeom>
          <a:noFill/>
          <a:ln>
            <a:noFill/>
          </a:ln>
        </p:spPr>
        <p:txBody>
          <a:bodyPr wrap="square" lIns="0" tIns="0" rIns="0" bIns="0" rtlCol="0" anchor="ctr">
            <a:noAutofit/>
          </a:bodyPr>
          <a:lstStyle/>
          <a:p>
            <a:pPr algn="ctr"/>
            <a:r>
              <a:rPr lang="en-US" sz="1000" dirty="0">
                <a:solidFill>
                  <a:srgbClr val="404155"/>
                </a:solidFill>
                <a:latin typeface="FS PF BeauSans Pro"/>
                <a:ea typeface="FS PF BeauSans Pro"/>
                <a:cs typeface="FS PF BeauSans Pro"/>
                <a:sym typeface="FS PF BeauSans Pro"/>
              </a:rPr>
              <a:t>…chứ thôi , </a:t>
            </a:r>
            <a:r>
              <a:rPr lang="en-US" sz="1000" b="1" dirty="0">
                <a:solidFill>
                  <a:srgbClr val="C62828"/>
                </a:solidFill>
                <a:latin typeface="FS PF BeauSans Pro"/>
                <a:ea typeface="FS PF BeauSans Pro"/>
                <a:cs typeface="FS PF BeauSans Pro"/>
                <a:sym typeface="FS PF BeauSans Pro"/>
              </a:rPr>
              <a:t>&lt;1&gt;</a:t>
            </a:r>
            <a:r>
              <a:rPr lang="en-US" sz="1000" dirty="0">
                <a:solidFill>
                  <a:srgbClr val="404155"/>
                </a:solidFill>
                <a:latin typeface="FS PF BeauSans Pro"/>
                <a:ea typeface="FS PF BeauSans Pro"/>
                <a:cs typeface="FS PF BeauSans Pro"/>
                <a:sym typeface="FS PF BeauSans Pro"/>
              </a:rPr>
              <a:t> để nó lành thôi … </a:t>
            </a:r>
            <a:r>
              <a:rPr lang="en-US" sz="1000" b="1" dirty="0">
                <a:solidFill>
                  <a:srgbClr val="404155"/>
                </a:solidFill>
                <a:latin typeface="FS PF BeauSans Pro"/>
                <a:ea typeface="FS PF BeauSans Pro"/>
                <a:cs typeface="FS PF BeauSans Pro"/>
                <a:sym typeface="FS PF BeauSans Pro"/>
              </a:rPr>
              <a:t>&lt;2&gt;</a:t>
            </a:r>
            <a:r>
              <a:rPr lang="en-US" sz="1000" dirty="0">
                <a:solidFill>
                  <a:srgbClr val="404155"/>
                </a:solidFill>
                <a:latin typeface="FS PF BeauSans Pro"/>
                <a:ea typeface="FS PF BeauSans Pro"/>
                <a:cs typeface="FS PF BeauSans Pro"/>
                <a:sym typeface="FS PF BeauSans Pro"/>
              </a:rPr>
              <a:t> nhưng mà…</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Transcript with numbered slots</a:t>
            </a:r>
            <a:r>
              <a:rPr lang="en-US" sz="1333" dirty="0">
                <a:solidFill>
                  <a:srgbClr val="000000"/>
                </a:solidFill>
                <a:latin typeface="FS PF BeauSans Pro"/>
                <a:ea typeface="FS PF BeauSans Pro"/>
                <a:cs typeface="FS PF BeauSans Pro"/>
                <a:sym typeface="FS PF BeauSans Pro"/>
              </a:rPr>
              <a:t> &lt;1&gt;, &lt;2&gt;</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Tree>
    <p:extLst>
      <p:ext uri="{BB962C8B-B14F-4D97-AF65-F5344CB8AC3E}">
        <p14:creationId xmlns:p14="http://schemas.microsoft.com/office/powerpoint/2010/main" val="584723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Tag selection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Qwen3-Omni listens to the recording and picks one slot and the NVV tag that best fits what the speaker is doing there.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Qwen3-Omni: LLM model with capacity to tokenize and understand audio</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11</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19" name="Slot 1"/>
          <p:cNvSpPr/>
          <p:nvPr/>
        </p:nvSpPr>
        <p:spPr>
          <a:xfrm>
            <a:off x="1472903" y="3456432"/>
            <a:ext cx="313047" cy="688848"/>
          </a:xfrm>
          <a:prstGeom prst="rect">
            <a:avLst/>
          </a:prstGeom>
          <a:solidFill>
            <a:srgbClr val="E6E6E6"/>
          </a:solidFill>
          <a:ln>
            <a:noFill/>
          </a:ln>
        </p:spPr>
        <p:txBody>
          <a:bodyPr wrap="square" lIns="0" tIns="0" rIns="0" bIns="0" rtlCol="0" anchor="t">
            <a:noAutofit/>
          </a:bodyPr>
          <a:lstStyle/>
          <a:p>
            <a:endParaRPr lang="en-US" dirty="0"/>
          </a:p>
        </p:txBody>
      </p:sp>
      <p:sp>
        <p:nvSpPr>
          <p:cNvPr id="1020" name="Slot 2"/>
          <p:cNvSpPr/>
          <p:nvPr/>
        </p:nvSpPr>
        <p:spPr>
          <a:xfrm>
            <a:off x="2850367" y="3456432"/>
            <a:ext cx="500817" cy="688848"/>
          </a:xfrm>
          <a:prstGeom prst="rect">
            <a:avLst/>
          </a:prstGeom>
          <a:solidFill>
            <a:srgbClr val="E6E6E6"/>
          </a:solidFill>
          <a:ln>
            <a:noFill/>
          </a:ln>
        </p:spPr>
        <p:txBody>
          <a:bodyPr wrap="square" lIns="0" tIns="0" rIns="0" bIns="0" rtlCol="0" anchor="t">
            <a:noAutofit/>
          </a:bodyPr>
          <a:lstStyle/>
          <a:p>
            <a:endParaRPr lang="en-US" dirty="0"/>
          </a:p>
        </p:txBody>
      </p:sp>
      <p:pic>
        <p:nvPicPr>
          <p:cNvPr id="1021" name="Host utterance" descr="Waveform of the host utterance with two pauses"/>
          <p:cNvPicPr>
            <a:picLocks noChangeAspect="1"/>
          </p:cNvPicPr>
          <p:nvPr/>
        </p:nvPicPr>
        <p:blipFill>
          <a:blip r:embed="rId2"/>
          <a:stretch>
            <a:fillRect/>
          </a:stretch>
        </p:blipFill>
        <p:spPr>
          <a:xfrm>
            <a:off x="815563" y="3456432"/>
            <a:ext cx="2879915" cy="688848"/>
          </a:xfrm>
          <a:prstGeom prst="rect">
            <a:avLst/>
          </a:prstGeom>
        </p:spPr>
      </p:pic>
      <p:sp>
        <p:nvSpPr>
          <p:cNvPr id="1022" name="Slot number 1"/>
          <p:cNvSpPr txBox="1"/>
          <p:nvPr/>
        </p:nvSpPr>
        <p:spPr>
          <a:xfrm>
            <a:off x="1531891" y="3212592"/>
            <a:ext cx="195072" cy="195072"/>
          </a:xfrm>
          <a:prstGeom prst="ellipse">
            <a:avLst/>
          </a:prstGeom>
          <a:solidFill>
            <a:srgbClr val="C62828"/>
          </a:solidFill>
          <a:ln>
            <a:noFill/>
          </a:ln>
        </p:spPr>
        <p:txBody>
          <a:bodyPr wrap="square" lIns="0" tIns="0" rIns="0" bIns="0" rtlCol="0" anchor="ctr">
            <a:noAutofit/>
          </a:bodyPr>
          <a:lstStyle/>
          <a:p>
            <a:pPr algn="ctr"/>
            <a:r>
              <a:rPr lang="en-US" sz="867" b="1" dirty="0">
                <a:solidFill>
                  <a:srgbClr val="FFFFFF"/>
                </a:solidFill>
                <a:latin typeface="FS PF BeauSans Pro"/>
                <a:ea typeface="FS PF BeauSans Pro"/>
                <a:cs typeface="FS PF BeauSans Pro"/>
                <a:sym typeface="FS PF BeauSans Pro"/>
              </a:rPr>
              <a:t>1</a:t>
            </a:r>
          </a:p>
        </p:txBody>
      </p:sp>
      <p:sp>
        <p:nvSpPr>
          <p:cNvPr id="1023" name="Slot number 2"/>
          <p:cNvSpPr txBox="1"/>
          <p:nvPr/>
        </p:nvSpPr>
        <p:spPr>
          <a:xfrm>
            <a:off x="3003239" y="3212592"/>
            <a:ext cx="195072" cy="195072"/>
          </a:xfrm>
          <a:prstGeom prst="ellipse">
            <a:avLst/>
          </a:prstGeom>
          <a:solidFill>
            <a:srgbClr val="FFFFFF"/>
          </a:solidFill>
          <a:ln w="10583">
            <a:solidFill>
              <a:srgbClr val="404155"/>
            </a:solidFill>
          </a:ln>
        </p:spPr>
        <p:txBody>
          <a:bodyPr wrap="square" lIns="0" tIns="0" rIns="0" bIns="0" rtlCol="0" anchor="ctr">
            <a:noAutofit/>
          </a:bodyPr>
          <a:lstStyle/>
          <a:p>
            <a:pPr algn="ctr"/>
            <a:r>
              <a:rPr lang="en-US" sz="867" b="1" dirty="0">
                <a:solidFill>
                  <a:srgbClr val="404155"/>
                </a:solidFill>
                <a:latin typeface="FS PF BeauSans Pro"/>
                <a:ea typeface="FS PF BeauSans Pro"/>
                <a:cs typeface="FS PF BeauSans Pro"/>
                <a:sym typeface="FS PF BeauSans Pro"/>
              </a:rPr>
              <a:t>2</a:t>
            </a:r>
          </a:p>
        </p:txBody>
      </p:sp>
      <p:sp>
        <p:nvSpPr>
          <p:cNvPr id="1024" name="Transcript"/>
          <p:cNvSpPr txBox="1"/>
          <p:nvPr/>
        </p:nvSpPr>
        <p:spPr>
          <a:xfrm>
            <a:off x="792480" y="4194048"/>
            <a:ext cx="2926080" cy="256032"/>
          </a:xfrm>
          <a:prstGeom prst="rect">
            <a:avLst/>
          </a:prstGeom>
          <a:noFill/>
          <a:ln>
            <a:noFill/>
          </a:ln>
        </p:spPr>
        <p:txBody>
          <a:bodyPr wrap="square" lIns="0" tIns="0" rIns="0" bIns="0" rtlCol="0" anchor="ctr">
            <a:noAutofit/>
          </a:bodyPr>
          <a:lstStyle/>
          <a:p>
            <a:pPr algn="ctr"/>
            <a:r>
              <a:rPr lang="en-US" sz="1000" dirty="0">
                <a:solidFill>
                  <a:srgbClr val="404155"/>
                </a:solidFill>
                <a:latin typeface="FS PF BeauSans Pro"/>
                <a:ea typeface="FS PF BeauSans Pro"/>
                <a:cs typeface="FS PF BeauSans Pro"/>
                <a:sym typeface="FS PF BeauSans Pro"/>
              </a:rPr>
              <a:t>…chứ thôi , </a:t>
            </a:r>
            <a:r>
              <a:rPr lang="en-US" sz="1000" b="1" dirty="0">
                <a:solidFill>
                  <a:srgbClr val="C62828"/>
                </a:solidFill>
                <a:latin typeface="FS PF BeauSans Pro"/>
                <a:ea typeface="FS PF BeauSans Pro"/>
                <a:cs typeface="FS PF BeauSans Pro"/>
                <a:sym typeface="FS PF BeauSans Pro"/>
              </a:rPr>
              <a:t>&lt;1&gt;</a:t>
            </a:r>
            <a:r>
              <a:rPr lang="en-US" sz="1000" dirty="0">
                <a:solidFill>
                  <a:srgbClr val="404155"/>
                </a:solidFill>
                <a:latin typeface="FS PF BeauSans Pro"/>
                <a:ea typeface="FS PF BeauSans Pro"/>
                <a:cs typeface="FS PF BeauSans Pro"/>
                <a:sym typeface="FS PF BeauSans Pro"/>
              </a:rPr>
              <a:t> để nó lành thôi … </a:t>
            </a:r>
            <a:r>
              <a:rPr lang="en-US" sz="1000" b="1" dirty="0">
                <a:solidFill>
                  <a:srgbClr val="404155"/>
                </a:solidFill>
                <a:latin typeface="FS PF BeauSans Pro"/>
                <a:ea typeface="FS PF BeauSans Pro"/>
                <a:cs typeface="FS PF BeauSans Pro"/>
                <a:sym typeface="FS PF BeauSans Pro"/>
              </a:rPr>
              <a:t>&lt;2&gt;</a:t>
            </a:r>
            <a:r>
              <a:rPr lang="en-US" sz="1000" dirty="0">
                <a:solidFill>
                  <a:srgbClr val="404155"/>
                </a:solidFill>
                <a:latin typeface="FS PF BeauSans Pro"/>
                <a:ea typeface="FS PF BeauSans Pro"/>
                <a:cs typeface="FS PF BeauSans Pro"/>
                <a:sym typeface="FS PF BeauSans Pro"/>
              </a:rPr>
              <a:t> nhưng mà…</a:t>
            </a:r>
          </a:p>
        </p:txBody>
      </p:sp>
      <p:sp>
        <p:nvSpPr>
          <p:cNvPr id="1025"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Audio + slotted transcript</a:t>
            </a:r>
          </a:p>
        </p:txBody>
      </p:sp>
      <p:sp>
        <p:nvSpPr>
          <p:cNvPr id="1026"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7"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pic>
        <p:nvPicPr>
          <p:cNvPr id="1028" name="Process visual qwen" descr="Qwen3-Omni"/>
          <p:cNvPicPr>
            <a:picLocks noChangeAspect="1"/>
          </p:cNvPicPr>
          <p:nvPr/>
        </p:nvPicPr>
        <p:blipFill>
          <a:blip r:embed="rId3"/>
          <a:stretch>
            <a:fillRect/>
          </a:stretch>
        </p:blipFill>
        <p:spPr>
          <a:xfrm>
            <a:off x="5496788" y="3200400"/>
            <a:ext cx="1198423" cy="1249680"/>
          </a:xfrm>
          <a:prstGeom prst="rect">
            <a:avLst/>
          </a:prstGeom>
        </p:spPr>
      </p:pic>
      <p:sp>
        <p:nvSpPr>
          <p:cNvPr id="1029"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Qwen3-Omni</a:t>
            </a:r>
            <a:r>
              <a:rPr lang="en-US" sz="1333" dirty="0">
                <a:solidFill>
                  <a:srgbClr val="000000"/>
                </a:solidFill>
                <a:latin typeface="FS PF BeauSans Pro"/>
                <a:ea typeface="FS PF BeauSans Pro"/>
                <a:cs typeface="FS PF BeauSans Pro"/>
                <a:sym typeface="FS PF BeauSans Pro"/>
              </a:rPr>
              <a:t> picks the most plausible slot and tag, or none</a:t>
            </a:r>
          </a:p>
        </p:txBody>
      </p:sp>
      <p:sp>
        <p:nvSpPr>
          <p:cNvPr id="1030"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1"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2" name="Output visual text"/>
          <p:cNvSpPr txBox="1"/>
          <p:nvPr/>
        </p:nvSpPr>
        <p:spPr>
          <a:xfrm>
            <a:off x="8473440" y="3200400"/>
            <a:ext cx="2926080" cy="1249680"/>
          </a:xfrm>
          <a:prstGeom prst="rect">
            <a:avLst/>
          </a:prstGeom>
          <a:noFill/>
          <a:ln>
            <a:noFill/>
          </a:ln>
        </p:spPr>
        <p:txBody>
          <a:bodyPr wrap="square" lIns="0" tIns="0" rIns="0" bIns="0" rtlCol="0" anchor="ctr">
            <a:noAutofit/>
          </a:bodyPr>
          <a:lstStyle/>
          <a:p>
            <a:pPr algn="ctr"/>
            <a:r>
              <a:rPr lang="en-US" sz="2667" b="1" dirty="0">
                <a:solidFill>
                  <a:srgbClr val="404155"/>
                </a:solidFill>
                <a:latin typeface="FS PF BeauSans Pro"/>
                <a:ea typeface="FS PF BeauSans Pro"/>
                <a:cs typeface="FS PF BeauSans Pro"/>
                <a:sym typeface="FS PF BeauSans Pro"/>
              </a:rPr>
              <a:t>&lt;1&gt;  </a:t>
            </a:r>
            <a:r>
              <a:rPr lang="en-US" sz="2667" b="1" dirty="0">
                <a:solidFill>
                  <a:srgbClr val="C62828"/>
                </a:solidFill>
                <a:latin typeface="FS PF BeauSans Pro"/>
                <a:ea typeface="FS PF BeauSans Pro"/>
                <a:cs typeface="FS PF BeauSans Pro"/>
                <a:sym typeface="FS PF BeauSans Pro"/>
              </a:rPr>
              <a:t>[laughter]</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One slot + one NVV tag</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spTree>
    <p:extLst>
      <p:ext uri="{BB962C8B-B14F-4D97-AF65-F5344CB8AC3E}">
        <p14:creationId xmlns:p14="http://schemas.microsoft.com/office/powerpoint/2010/main" val="5847235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Clip selection</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clip of that class is sampled, weighted towards clips that match the speaker's intensity, clarity, tempo and tilt.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19" name="Input visual text"/>
          <p:cNvSpPr txBox="1"/>
          <p:nvPr/>
        </p:nvSpPr>
        <p:spPr>
          <a:xfrm>
            <a:off x="792480" y="3200400"/>
            <a:ext cx="2926080" cy="514773"/>
          </a:xfrm>
          <a:prstGeom prst="rect">
            <a:avLst/>
          </a:prstGeom>
          <a:noFill/>
          <a:ln>
            <a:noFill/>
          </a:ln>
        </p:spPr>
        <p:txBody>
          <a:bodyPr wrap="square" lIns="0" tIns="0" rIns="0" bIns="0" rtlCol="0" anchor="ctr">
            <a:noAutofit/>
          </a:bodyPr>
          <a:lstStyle/>
          <a:p>
            <a:pPr algn="ctr"/>
            <a:r>
              <a:rPr lang="en-US" sz="2133" b="1" dirty="0">
                <a:solidFill>
                  <a:srgbClr val="C62828"/>
                </a:solidFill>
                <a:latin typeface="FS PF BeauSans Pro"/>
                <a:ea typeface="FS PF BeauSans Pro"/>
                <a:cs typeface="FS PF BeauSans Pro"/>
                <a:sym typeface="FS PF BeauSans Pro"/>
              </a:rPr>
              <a:t>[laughter]</a:t>
            </a:r>
          </a:p>
        </p:txBody>
      </p:sp>
      <p:pic>
        <p:nvPicPr>
          <p:cNvPr id="1020" name="Input visual source" descr="Speech before the cut"/>
          <p:cNvPicPr>
            <a:picLocks noChangeAspect="1"/>
          </p:cNvPicPr>
          <p:nvPr/>
        </p:nvPicPr>
        <p:blipFill>
          <a:blip r:embed="rId2"/>
          <a:stretch>
            <a:fillRect/>
          </a:stretch>
        </p:blipFill>
        <p:spPr>
          <a:xfrm>
            <a:off x="910427" y="3806613"/>
            <a:ext cx="2690185" cy="643467"/>
          </a:xfrm>
          <a:prstGeom prst="rect">
            <a:avLst/>
          </a:prstGeom>
        </p:spPr>
      </p:pic>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Chosen tag</a:t>
            </a:r>
            <a:r>
              <a:rPr lang="en-US" sz="1333" dirty="0">
                <a:solidFill>
                  <a:srgbClr val="000000"/>
                </a:solidFill>
                <a:latin typeface="FS PF BeauSans Pro"/>
                <a:ea typeface="FS PF BeauSans Pro"/>
                <a:cs typeface="FS PF BeauSans Pro"/>
                <a:sym typeface="FS PF BeauSans Pro"/>
              </a:rPr>
              <a:t> + the speech just before the cut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pic>
        <p:nvPicPr>
          <p:cNvPr id="1024" name="Process visual cands" descr="Candidate clips with sampling weights, p proportional to exp(-sum lambda d)"/>
          <p:cNvPicPr>
            <a:picLocks noChangeAspect="1"/>
          </p:cNvPicPr>
          <p:nvPr/>
        </p:nvPicPr>
        <p:blipFill>
          <a:blip r:embed="rId3"/>
          <a:stretch>
            <a:fillRect/>
          </a:stretch>
        </p:blipFill>
        <p:spPr>
          <a:xfrm>
            <a:off x="5127277" y="3200400"/>
            <a:ext cx="1937447" cy="1249680"/>
          </a:xfrm>
          <a:prstGeom prst="rect">
            <a:avLst/>
          </a:prstGeom>
        </p:spPr>
      </p:pic>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Weighted sampling</a:t>
            </a:r>
            <a:r>
              <a:rPr lang="en-US" sz="1333" dirty="0">
                <a:solidFill>
                  <a:srgbClr val="000000"/>
                </a:solidFill>
                <a:latin typeface="FS PF BeauSans Pro"/>
                <a:ea typeface="FS PF BeauSans Pro"/>
                <a:cs typeface="FS PF BeauSans Pro"/>
                <a:sym typeface="FS PF BeauSans Pro"/>
              </a:rPr>
              <a:t> by intensity, clarity, tempo and tilt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pic>
        <p:nvPicPr>
          <p:cNvPr id="1028" name="Output visual cand0" descr="Selected NVV clip waveform"/>
          <p:cNvPicPr>
            <a:picLocks noChangeAspect="1"/>
          </p:cNvPicPr>
          <p:nvPr/>
        </p:nvPicPr>
        <p:blipFill>
          <a:blip r:embed="rId4"/>
          <a:stretch>
            <a:fillRect/>
          </a:stretch>
        </p:blipFill>
        <p:spPr>
          <a:xfrm>
            <a:off x="8473440" y="3413116"/>
            <a:ext cx="2926080" cy="824248"/>
          </a:xfrm>
          <a:prstGeom prst="rect">
            <a:avLst/>
          </a:prstGeom>
        </p:spPr>
      </p:pic>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One NVV clip</a:t>
            </a:r>
            <a:r>
              <a:rPr lang="en-US" sz="1333" dirty="0">
                <a:solidFill>
                  <a:srgbClr val="000000"/>
                </a:solidFill>
                <a:latin typeface="FS PF BeauSans Pro"/>
                <a:ea typeface="FS PF BeauSans Pro"/>
                <a:cs typeface="FS PF BeauSans Pro"/>
                <a:sym typeface="FS PF BeauSans Pro"/>
              </a:rPr>
              <a:t> of that class</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Tree>
    <p:extLst>
      <p:ext uri="{BB962C8B-B14F-4D97-AF65-F5344CB8AC3E}">
        <p14:creationId xmlns:p14="http://schemas.microsoft.com/office/powerpoint/2010/main" val="5847235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Voice conversion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Seed-VC converts the selected clip into the host speaker's voice, using the host utterance as the reference.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Voice conversion system copy original </a:t>
            </a:r>
            <a:r>
              <a:rPr lang="en-US" sz="1800" b="1" dirty="0">
                <a:latin typeface="FS PF BeauSans Pro"/>
                <a:ea typeface="FS PF BeauSans Pro"/>
                <a:cs typeface="FS PF BeauSans Pro"/>
              </a:rPr>
              <a:t>prosody</a:t>
            </a:r>
            <a:r>
              <a:rPr lang="en-US" sz="1800" dirty="0">
                <a:latin typeface="FS PF BeauSans Pro"/>
                <a:ea typeface="FS PF BeauSans Pro"/>
                <a:cs typeface="FS PF BeauSans Pro"/>
              </a:rPr>
              <a:t> while changing </a:t>
            </a:r>
            <a:r>
              <a:rPr lang="en-US" sz="1800" b="1" dirty="0">
                <a:latin typeface="FS PF BeauSans Pro"/>
                <a:ea typeface="FS PF BeauSans Pro"/>
                <a:cs typeface="FS PF BeauSans Pro"/>
              </a:rPr>
              <a:t>timbre</a:t>
            </a:r>
            <a:r>
              <a:rPr lang="en-US" sz="1800" dirty="0">
                <a:latin typeface="FS PF BeauSans Pro"/>
                <a:ea typeface="FS PF BeauSans Pro"/>
                <a:cs typeface="FS PF BeauSans Pro"/>
              </a:rPr>
              <a:t> to prompted speaker</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pic>
        <p:nvPicPr>
          <p:cNvPr id="1019" name="Input visual cand0" descr="Selected NVV clip"/>
          <p:cNvPicPr>
            <a:picLocks noChangeAspect="1"/>
          </p:cNvPicPr>
          <p:nvPr/>
        </p:nvPicPr>
        <p:blipFill>
          <a:blip r:embed="rId2"/>
          <a:stretch>
            <a:fillRect/>
          </a:stretch>
        </p:blipFill>
        <p:spPr>
          <a:xfrm>
            <a:off x="1227582" y="3200400"/>
            <a:ext cx="2055876" cy="579120"/>
          </a:xfrm>
          <a:prstGeom prst="rect">
            <a:avLst/>
          </a:prstGeom>
        </p:spPr>
      </p:pic>
      <p:pic>
        <p:nvPicPr>
          <p:cNvPr id="1020" name="Input visual source" descr="Host utterance"/>
          <p:cNvPicPr>
            <a:picLocks noChangeAspect="1"/>
          </p:cNvPicPr>
          <p:nvPr/>
        </p:nvPicPr>
        <p:blipFill>
          <a:blip r:embed="rId3"/>
          <a:stretch>
            <a:fillRect/>
          </a:stretch>
        </p:blipFill>
        <p:spPr>
          <a:xfrm>
            <a:off x="1044937" y="3870960"/>
            <a:ext cx="2421167" cy="579120"/>
          </a:xfrm>
          <a:prstGeom prst="rect">
            <a:avLst/>
          </a:prstGeom>
        </p:spPr>
      </p:pic>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Selected clip</a:t>
            </a:r>
            <a:r>
              <a:rPr lang="en-US" sz="1333" dirty="0">
                <a:solidFill>
                  <a:srgbClr val="000000"/>
                </a:solidFill>
                <a:latin typeface="FS PF BeauSans Pro"/>
                <a:ea typeface="FS PF BeauSans Pro"/>
                <a:cs typeface="FS PF BeauSans Pro"/>
                <a:sym typeface="FS PF BeauSans Pro"/>
              </a:rPr>
              <a:t> + host utterance as voice reference</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pic>
        <p:nvPicPr>
          <p:cNvPr id="1024" name="Process visual seedvc" descr="Seed-VC"/>
          <p:cNvPicPr>
            <a:picLocks noChangeAspect="1"/>
          </p:cNvPicPr>
          <p:nvPr/>
        </p:nvPicPr>
        <p:blipFill>
          <a:blip r:embed="rId4"/>
          <a:stretch>
            <a:fillRect/>
          </a:stretch>
        </p:blipFill>
        <p:spPr>
          <a:xfrm>
            <a:off x="5585825" y="3200400"/>
            <a:ext cx="1020351" cy="1249680"/>
          </a:xfrm>
          <a:prstGeom prst="rect">
            <a:avLst/>
          </a:prstGeom>
        </p:spPr>
      </p:pic>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Seed-VC</a:t>
            </a:r>
            <a:r>
              <a:rPr lang="en-US" sz="1333" dirty="0">
                <a:solidFill>
                  <a:srgbClr val="000000"/>
                </a:solidFill>
                <a:latin typeface="FS PF BeauSans Pro"/>
                <a:ea typeface="FS PF BeauSans Pro"/>
                <a:cs typeface="FS PF BeauSans Pro"/>
                <a:sym typeface="FS PF BeauSans Pro"/>
              </a:rPr>
              <a:t>, pitch conditioning off</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pic>
        <p:nvPicPr>
          <p:cNvPr id="1028" name="Output visual converted" descr="NVV clip converted to the host speaker's voice"/>
          <p:cNvPicPr>
            <a:picLocks noChangeAspect="1"/>
          </p:cNvPicPr>
          <p:nvPr/>
        </p:nvPicPr>
        <p:blipFill>
          <a:blip r:embed="rId5"/>
          <a:stretch>
            <a:fillRect/>
          </a:stretch>
        </p:blipFill>
        <p:spPr>
          <a:xfrm>
            <a:off x="8473440" y="3413116"/>
            <a:ext cx="2926080" cy="824248"/>
          </a:xfrm>
          <a:prstGeom prst="rect">
            <a:avLst/>
          </a:prstGeom>
        </p:spPr>
      </p:pic>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Clip in the host speaker's voice</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spTree>
    <p:extLst>
      <p:ext uri="{BB962C8B-B14F-4D97-AF65-F5344CB8AC3E}">
        <p14:creationId xmlns:p14="http://schemas.microsoft.com/office/powerpoint/2010/main" val="5847235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Splicing</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The converted event is loudness-matched and spliced into the pause, with natural silence on each side.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pic>
        <p:nvPicPr>
          <p:cNvPr id="1019" name="Input visual converted" descr="Converted NVV clip"/>
          <p:cNvPicPr>
            <a:picLocks noChangeAspect="1"/>
          </p:cNvPicPr>
          <p:nvPr/>
        </p:nvPicPr>
        <p:blipFill>
          <a:blip r:embed="rId2"/>
          <a:stretch>
            <a:fillRect/>
          </a:stretch>
        </p:blipFill>
        <p:spPr>
          <a:xfrm>
            <a:off x="1227582" y="3200400"/>
            <a:ext cx="2055876" cy="579120"/>
          </a:xfrm>
          <a:prstGeom prst="rect">
            <a:avLst/>
          </a:prstGeom>
        </p:spPr>
      </p:pic>
      <p:pic>
        <p:nvPicPr>
          <p:cNvPr id="1020" name="Input visual source" descr="Host utterance"/>
          <p:cNvPicPr>
            <a:picLocks noChangeAspect="1"/>
          </p:cNvPicPr>
          <p:nvPr/>
        </p:nvPicPr>
        <p:blipFill>
          <a:blip r:embed="rId3"/>
          <a:stretch>
            <a:fillRect/>
          </a:stretch>
        </p:blipFill>
        <p:spPr>
          <a:xfrm>
            <a:off x="1044937" y="3870960"/>
            <a:ext cx="2421167" cy="579120"/>
          </a:xfrm>
          <a:prstGeom prst="rect">
            <a:avLst/>
          </a:prstGeom>
        </p:spPr>
      </p:pic>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Converted clip</a:t>
            </a:r>
            <a:r>
              <a:rPr lang="en-US" sz="1333" dirty="0">
                <a:solidFill>
                  <a:srgbClr val="000000"/>
                </a:solidFill>
                <a:latin typeface="FS PF BeauSans Pro"/>
                <a:ea typeface="FS PF BeauSans Pro"/>
                <a:cs typeface="FS PF BeauSans Pro"/>
                <a:sym typeface="FS PF BeauSans Pro"/>
              </a:rPr>
              <a:t> + host utterance + chosen slot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4" name="Process visual text"/>
          <p:cNvSpPr txBox="1"/>
          <p:nvPr/>
        </p:nvSpPr>
        <p:spPr>
          <a:xfrm>
            <a:off x="4632960" y="3200400"/>
            <a:ext cx="2926080" cy="1249680"/>
          </a:xfrm>
          <a:prstGeom prst="rect">
            <a:avLst/>
          </a:prstGeom>
          <a:noFill/>
          <a:ln>
            <a:noFill/>
          </a:ln>
        </p:spPr>
        <p:txBody>
          <a:bodyPr wrap="square" lIns="0" tIns="0" rIns="0" bIns="0" rtlCol="0" anchor="ctr">
            <a:noAutofit/>
          </a:bodyPr>
          <a:lstStyle/>
          <a:p>
            <a:pPr algn="ctr">
              <a:spcAft>
                <a:spcPts val="400"/>
              </a:spcAft>
            </a:pPr>
            <a:r>
              <a:rPr lang="en-US" sz="1333" b="1" dirty="0">
                <a:solidFill>
                  <a:srgbClr val="404155"/>
                </a:solidFill>
                <a:latin typeface="FS PF BeauSans Pro"/>
                <a:ea typeface="FS PF BeauSans Pro"/>
                <a:cs typeface="FS PF BeauSans Pro"/>
                <a:sym typeface="FS PF BeauSans Pro"/>
              </a:rPr>
              <a:t>Match loudness</a:t>
            </a:r>
          </a:p>
          <a:p>
            <a:pPr algn="ctr">
              <a:spcAft>
                <a:spcPts val="400"/>
              </a:spcAft>
            </a:pPr>
            <a:r>
              <a:rPr lang="en-US" sz="1333" b="1" dirty="0">
                <a:solidFill>
                  <a:srgbClr val="404155"/>
                </a:solidFill>
                <a:latin typeface="FS PF BeauSans Pro"/>
                <a:ea typeface="FS PF BeauSans Pro"/>
                <a:cs typeface="FS PF BeauSans Pro"/>
                <a:sym typeface="FS PF BeauSans Pro"/>
              </a:rPr>
              <a:t>Add a natural pause</a:t>
            </a:r>
          </a:p>
          <a:p>
            <a:pPr algn="ctr">
              <a:spcAft>
                <a:spcPts val="400"/>
              </a:spcAft>
            </a:pPr>
            <a:r>
              <a:rPr lang="en-US" sz="1333" b="1" dirty="0">
                <a:solidFill>
                  <a:srgbClr val="404155"/>
                </a:solidFill>
                <a:latin typeface="FS PF BeauSans Pro"/>
                <a:ea typeface="FS PF BeauSans Pro"/>
                <a:cs typeface="FS PF BeauSans Pro"/>
                <a:sym typeface="FS PF BeauSans Pro"/>
              </a:rPr>
              <a:t>Short exponential fades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Insert at the slot's midpoint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pic>
        <p:nvPicPr>
          <p:cNvPr id="1028" name="Spliced utterance" descr="Waveform with the laughter spliced into the pause"/>
          <p:cNvPicPr>
            <a:picLocks noChangeAspect="1"/>
          </p:cNvPicPr>
          <p:nvPr/>
        </p:nvPicPr>
        <p:blipFill>
          <a:blip r:embed="rId4"/>
          <a:stretch>
            <a:fillRect/>
          </a:stretch>
        </p:blipFill>
        <p:spPr>
          <a:xfrm>
            <a:off x="8473440" y="3322895"/>
            <a:ext cx="2926080" cy="699891"/>
          </a:xfrm>
          <a:prstGeom prst="rect">
            <a:avLst/>
          </a:prstGeom>
        </p:spPr>
      </p:pic>
      <p:sp>
        <p:nvSpPr>
          <p:cNvPr id="1029" name="Transcript"/>
          <p:cNvSpPr txBox="1"/>
          <p:nvPr/>
        </p:nvSpPr>
        <p:spPr>
          <a:xfrm>
            <a:off x="8473440" y="4071553"/>
            <a:ext cx="2926080" cy="256032"/>
          </a:xfrm>
          <a:prstGeom prst="rect">
            <a:avLst/>
          </a:prstGeom>
          <a:noFill/>
          <a:ln>
            <a:noFill/>
          </a:ln>
        </p:spPr>
        <p:txBody>
          <a:bodyPr wrap="square" lIns="0" tIns="0" rIns="0" bIns="0" rtlCol="0" anchor="ctr">
            <a:noAutofit/>
          </a:bodyPr>
          <a:lstStyle/>
          <a:p>
            <a:pPr algn="ctr"/>
            <a:r>
              <a:rPr lang="en-US" sz="1000" dirty="0">
                <a:solidFill>
                  <a:srgbClr val="404155"/>
                </a:solidFill>
                <a:latin typeface="FS PF BeauSans Pro"/>
                <a:ea typeface="FS PF BeauSans Pro"/>
                <a:cs typeface="FS PF BeauSans Pro"/>
                <a:sym typeface="FS PF BeauSans Pro"/>
              </a:rPr>
              <a:t>…chứ thôi , </a:t>
            </a:r>
            <a:r>
              <a:rPr lang="en-US" sz="1000" b="1" dirty="0">
                <a:solidFill>
                  <a:srgbClr val="C62828"/>
                </a:solidFill>
                <a:latin typeface="FS PF BeauSans Pro"/>
                <a:ea typeface="FS PF BeauSans Pro"/>
                <a:cs typeface="FS PF BeauSans Pro"/>
                <a:sym typeface="FS PF BeauSans Pro"/>
              </a:rPr>
              <a:t>[laughter]</a:t>
            </a:r>
            <a:r>
              <a:rPr lang="en-US" sz="1000" dirty="0">
                <a:solidFill>
                  <a:srgbClr val="404155"/>
                </a:solidFill>
                <a:latin typeface="FS PF BeauSans Pro"/>
                <a:ea typeface="FS PF BeauSans Pro"/>
                <a:cs typeface="FS PF BeauSans Pro"/>
                <a:sym typeface="FS PF BeauSans Pro"/>
              </a:rPr>
              <a:t> để nó lành thôi…</a:t>
            </a:r>
          </a:p>
        </p:txBody>
      </p:sp>
      <p:sp>
        <p:nvSpPr>
          <p:cNvPr id="1030"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Spliced audio + tagged transcript</a:t>
            </a:r>
          </a:p>
        </p:txBody>
      </p:sp>
      <p:sp>
        <p:nvSpPr>
          <p:cNvPr id="1031"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Tree>
    <p:extLst>
      <p:ext uri="{BB962C8B-B14F-4D97-AF65-F5344CB8AC3E}">
        <p14:creationId xmlns:p14="http://schemas.microsoft.com/office/powerpoint/2010/main" val="5847235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Filter</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NISQA scores each result, and examples whose quality or continuity drops too much are discarded.</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NISQA is an automated metric to score how natural an utterance is on several conditions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pic>
        <p:nvPicPr>
          <p:cNvPr id="1019" name="Input visual spliced" descr="Spliced waveform"/>
          <p:cNvPicPr>
            <a:picLocks noChangeAspect="1"/>
          </p:cNvPicPr>
          <p:nvPr/>
        </p:nvPicPr>
        <p:blipFill>
          <a:blip r:embed="rId2"/>
          <a:stretch>
            <a:fillRect/>
          </a:stretch>
        </p:blipFill>
        <p:spPr>
          <a:xfrm>
            <a:off x="1044937" y="3200400"/>
            <a:ext cx="2421167" cy="579120"/>
          </a:xfrm>
          <a:prstGeom prst="rect">
            <a:avLst/>
          </a:prstGeom>
        </p:spPr>
      </p:pic>
      <p:pic>
        <p:nvPicPr>
          <p:cNvPr id="1020" name="Input visual source" descr="Source waveform"/>
          <p:cNvPicPr>
            <a:picLocks noChangeAspect="1"/>
          </p:cNvPicPr>
          <p:nvPr/>
        </p:nvPicPr>
        <p:blipFill>
          <a:blip r:embed="rId3"/>
          <a:stretch>
            <a:fillRect/>
          </a:stretch>
        </p:blipFill>
        <p:spPr>
          <a:xfrm>
            <a:off x="1044937" y="3870960"/>
            <a:ext cx="2421167" cy="579120"/>
          </a:xfrm>
          <a:prstGeom prst="rect">
            <a:avLst/>
          </a:prstGeom>
        </p:spPr>
      </p:pic>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Spliced example</a:t>
            </a:r>
            <a:r>
              <a:rPr lang="en-US" sz="1333" dirty="0">
                <a:solidFill>
                  <a:srgbClr val="000000"/>
                </a:solidFill>
                <a:latin typeface="FS PF BeauSans Pro"/>
                <a:ea typeface="FS PF BeauSans Pro"/>
                <a:cs typeface="FS PF BeauSans Pro"/>
                <a:sym typeface="FS PF BeauSans Pro"/>
              </a:rPr>
              <a:t> + its source recording</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pic>
        <p:nvPicPr>
          <p:cNvPr id="1024" name="Process visual funnel" descr="NISQA quality filter"/>
          <p:cNvPicPr>
            <a:picLocks noChangeAspect="1"/>
          </p:cNvPicPr>
          <p:nvPr/>
        </p:nvPicPr>
        <p:blipFill>
          <a:blip r:embed="rId4"/>
          <a:stretch>
            <a:fillRect/>
          </a:stretch>
        </p:blipFill>
        <p:spPr>
          <a:xfrm>
            <a:off x="5485805" y="3200400"/>
            <a:ext cx="1220391" cy="1249680"/>
          </a:xfrm>
          <a:prstGeom prst="rect">
            <a:avLst/>
          </a:prstGeom>
        </p:spPr>
      </p:pic>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NISQA</a:t>
            </a:r>
            <a:r>
              <a:rPr lang="en-US" sz="1333" dirty="0">
                <a:solidFill>
                  <a:srgbClr val="000000"/>
                </a:solidFill>
                <a:latin typeface="FS PF BeauSans Pro"/>
                <a:ea typeface="FS PF BeauSans Pro"/>
                <a:cs typeface="FS PF BeauSans Pro"/>
                <a:sym typeface="FS PF BeauSans Pro"/>
              </a:rPr>
              <a:t>: reject if quality or continuity drops too much</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pic>
        <p:nvPicPr>
          <p:cNvPr id="1028" name="Output visual db" descr="Synthetic NVV dataset"/>
          <p:cNvPicPr>
            <a:picLocks noChangeAspect="1"/>
          </p:cNvPicPr>
          <p:nvPr/>
        </p:nvPicPr>
        <p:blipFill>
          <a:blip r:embed="rId5"/>
          <a:stretch>
            <a:fillRect/>
          </a:stretch>
        </p:blipFill>
        <p:spPr>
          <a:xfrm>
            <a:off x="9279413" y="3200400"/>
            <a:ext cx="1314133" cy="1249680"/>
          </a:xfrm>
          <a:prstGeom prst="rect">
            <a:avLst/>
          </a:prstGeom>
        </p:spPr>
      </p:pic>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Kept</a:t>
            </a:r>
            <a:r>
              <a:rPr lang="en-US" sz="1333" dirty="0">
                <a:solidFill>
                  <a:srgbClr val="000000"/>
                </a:solidFill>
                <a:latin typeface="FS PF BeauSans Pro"/>
                <a:ea typeface="FS PF BeauSans Pro"/>
                <a:cs typeface="FS PF BeauSans Pro"/>
                <a:sym typeface="FS PF BeauSans Pro"/>
              </a:rPr>
              <a:t> → synthetic NVV training data</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spTree>
    <p:extLst>
      <p:ext uri="{BB962C8B-B14F-4D97-AF65-F5344CB8AC3E}">
        <p14:creationId xmlns:p14="http://schemas.microsoft.com/office/powerpoint/2010/main" val="584723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The first synthesize TTS with nonverbal element for Vietnamese, able to scale up for more tags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dirty="0"/>
          </a:p>
        </p:txBody>
      </p:sp>
      <p:pic>
        <p:nvPicPr>
          <p:cNvPr id="1012" name="Picture 11">
            <a:extLst>
              <a:ext uri="{FF2B5EF4-FFF2-40B4-BE49-F238E27FC236}">
                <a16:creationId xmlns:a16="http://schemas.microsoft.com/office/drawing/2014/main" id="{648E79F0-3B15-1483-2F98-21E4326AD00F}"/>
              </a:ext>
            </a:extLst>
          </p:cNvPr>
          <p:cNvPicPr>
            <a:picLocks noChangeAspect="1"/>
          </p:cNvPicPr>
          <p:nvPr/>
        </p:nvPicPr>
        <p:blipFill>
          <a:blip r:embed="rId2"/>
          <a:stretch>
            <a:fillRect/>
          </a:stretch>
        </p:blipFill>
        <p:spPr>
          <a:xfrm>
            <a:off x="2392492" y="2512504"/>
            <a:ext cx="7407015" cy="2413051"/>
          </a:xfrm>
          <a:prstGeom prst="rect">
            <a:avLst/>
          </a:prstGeom>
        </p:spPr>
      </p:pic>
      <p:sp>
        <p:nvSpPr>
          <p:cNvPr id="3" name="TextBox 2">
            <a:extLst>
              <a:ext uri="{FF2B5EF4-FFF2-40B4-BE49-F238E27FC236}">
                <a16:creationId xmlns:a16="http://schemas.microsoft.com/office/drawing/2014/main" id="{57E87E1A-D060-BE3F-639E-3C826F9CD4BF}"/>
              </a:ext>
            </a:extLst>
          </p:cNvPr>
          <p:cNvSpPr txBox="1"/>
          <p:nvPr/>
        </p:nvSpPr>
        <p:spPr>
          <a:xfrm>
            <a:off x="4108195" y="4925555"/>
            <a:ext cx="3972562" cy="307777"/>
          </a:xfrm>
          <a:prstGeom prst="rect">
            <a:avLst/>
          </a:prstGeom>
          <a:noFill/>
        </p:spPr>
        <p:txBody>
          <a:bodyPr wrap="none" rtlCol="0">
            <a:spAutoFit/>
          </a:bodyPr>
          <a:lstStyle/>
          <a:p>
            <a:r>
              <a:rPr lang="en-US" dirty="0"/>
              <a:t>Table 4: TTS+NVV Vietnamese dataset statistic</a:t>
            </a:r>
          </a:p>
        </p:txBody>
      </p:sp>
    </p:spTree>
    <p:extLst>
      <p:ext uri="{BB962C8B-B14F-4D97-AF65-F5344CB8AC3E}">
        <p14:creationId xmlns:p14="http://schemas.microsoft.com/office/powerpoint/2010/main" val="5847235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OmniVoice is fine-tuned on the synthetic NVV data mixed with untagged ViVoice; at inference, an inline tag produces the sound in the cloned 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dirty="0"/>
          </a:p>
        </p:txBody>
      </p:sp>
      <p:pic>
        <p:nvPicPr>
          <p:cNvPr id="1009" name="Figure finetune" descr="OmniVoice fine-tuned on NVV data plus ViVoice; at inference a tagged sentence and a reference voice give speech with the NVV"/>
          <p:cNvPicPr>
            <a:picLocks noChangeAspect="1"/>
          </p:cNvPicPr>
          <p:nvPr/>
        </p:nvPicPr>
        <p:blipFill>
          <a:blip r:embed="rId2"/>
          <a:stretch>
            <a:fillRect/>
          </a:stretch>
        </p:blipFill>
        <p:spPr>
          <a:xfrm>
            <a:off x="731520" y="2971447"/>
            <a:ext cx="10728960" cy="1738065"/>
          </a:xfrm>
          <a:prstGeom prst="rect">
            <a:avLst/>
          </a:prstGeom>
        </p:spPr>
      </p:pic>
      <p:sp>
        <p:nvSpPr>
          <p:cNvPr id="1010"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67CB50DF-B1ED-0C9D-C732-111A79BCBA67}"/>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E553ECB0-80F2-AB4F-C73E-4094CB12EDC2}"/>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a:extLst>
              <a:ext uri="{FF2B5EF4-FFF2-40B4-BE49-F238E27FC236}">
                <a16:creationId xmlns:a16="http://schemas.microsoft.com/office/drawing/2014/main" id="{E1EC1085-DFC1-305B-8DD9-A638FFD50B81}"/>
              </a:ext>
            </a:extLst>
          </p:cNvPr>
          <p:cNvSpPr txBox="1">
            <a:spLocks noGrp="1"/>
          </p:cNvSpPr>
          <p:nvPr>
            <p:ph type="body" idx="1"/>
          </p:nvPr>
        </p:nvSpPr>
        <p:spPr>
          <a:xfrm>
            <a:off x="699785" y="2545080"/>
            <a:ext cx="3000846"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OmniVoice is NAR TTS system finetune on many languages and NVV tags (mostly Chinese)</a:t>
            </a:r>
          </a:p>
        </p:txBody>
      </p:sp>
      <p:sp>
        <p:nvSpPr>
          <p:cNvPr id="2" name="Slide Number Placeholder 1">
            <a:extLst>
              <a:ext uri="{FF2B5EF4-FFF2-40B4-BE49-F238E27FC236}">
                <a16:creationId xmlns:a16="http://schemas.microsoft.com/office/drawing/2014/main" id="{450B0665-26CA-78D7-024E-04A788359A7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dirty="0"/>
          </a:p>
        </p:txBody>
      </p:sp>
      <p:pic>
        <p:nvPicPr>
          <p:cNvPr id="3" name="Picture 2" descr="OmniVoice: 600개 이상의 언어를 지원하는 제로샷 음성 복제 및 음성 디자인 TTS 모델 - 읽을거리&amp;정보공유 -  PyTorchKR">
            <a:extLst>
              <a:ext uri="{FF2B5EF4-FFF2-40B4-BE49-F238E27FC236}">
                <a16:creationId xmlns:a16="http://schemas.microsoft.com/office/drawing/2014/main" id="{23F3A01F-53C5-D359-0706-E52BA2C103F8}"/>
              </a:ext>
            </a:extLst>
          </p:cNvPr>
          <p:cNvPicPr>
            <a:picLocks noChangeAspect="1"/>
          </p:cNvPicPr>
          <p:nvPr/>
        </p:nvPicPr>
        <p:blipFill>
          <a:blip r:embed="rId2"/>
          <a:stretch>
            <a:fillRect/>
          </a:stretch>
        </p:blipFill>
        <p:spPr>
          <a:xfrm>
            <a:off x="4083722" y="1143000"/>
            <a:ext cx="7772400" cy="4572000"/>
          </a:xfrm>
          <a:prstGeom prst="rect">
            <a:avLst/>
          </a:prstGeom>
        </p:spPr>
      </p:pic>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35388536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Why fine-tune OmniVoice?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dirty="0"/>
          </a:p>
        </p:txBody>
      </p:sp>
      <p:sp>
        <p:nvSpPr>
          <p:cNvPr id="1008" name="TextBox 8"/>
          <p:cNvSpPr txBox="1"/>
          <p:nvPr/>
        </p:nvSpPr>
        <p:spPr>
          <a:xfrm>
            <a:off x="875406" y="1673833"/>
            <a:ext cx="4732004" cy="971549"/>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Few NVV tags</a:t>
            </a:r>
          </a:p>
          <a:p>
            <a:pPr algn="l">
              <a:lnSpc>
                <a:spcPts val="2400"/>
              </a:lnSpc>
            </a:pPr>
            <a:r>
              <a:rPr lang="en-US" sz="1733" dirty="0">
                <a:solidFill>
                  <a:srgbClr val="000000"/>
                </a:solidFill>
                <a:latin typeface="FS PF BeauSans Pro"/>
                <a:ea typeface="FS PF BeauSans Pro"/>
                <a:cs typeface="FS PF BeauSans Pro"/>
                <a:sym typeface="FS PF BeauSans Pro"/>
              </a:rPr>
              <a:t>Only [laughter] and [sigh] are non-verbal; 12 of our 14 classes have no tag.</a:t>
            </a:r>
          </a:p>
        </p:txBody>
      </p:sp>
      <p:sp>
        <p:nvSpPr>
          <p:cNvPr id="1009" name="TextBox 9"/>
          <p:cNvSpPr txBox="1"/>
          <p:nvPr/>
        </p:nvSpPr>
        <p:spPr>
          <a:xfrm>
            <a:off x="6691707" y="1673833"/>
            <a:ext cx="4640296" cy="105088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Easy integration</a:t>
            </a:r>
          </a:p>
          <a:p>
            <a:pPr algn="l">
              <a:lnSpc>
                <a:spcPts val="2400"/>
              </a:lnSpc>
            </a:pPr>
            <a:r>
              <a:rPr lang="en-US" sz="1733" dirty="0">
                <a:solidFill>
                  <a:srgbClr val="000000"/>
                </a:solidFill>
                <a:latin typeface="FS PF BeauSans Pro"/>
                <a:ea typeface="FS PF BeauSans Pro"/>
                <a:cs typeface="FS PF BeauSans Pro"/>
                <a:sym typeface="FS PF BeauSans Pro"/>
              </a:rPr>
              <a:t>It can learn new NVV tags easily and give great result</a:t>
            </a:r>
          </a:p>
        </p:txBody>
      </p:sp>
      <p:sp>
        <p:nvSpPr>
          <p:cNvPr id="1010" name="TextBox 10"/>
          <p:cNvSpPr txBox="1"/>
          <p:nvPr/>
        </p:nvSpPr>
        <p:spPr>
          <a:xfrm>
            <a:off x="875406" y="3533169"/>
            <a:ext cx="4579157" cy="105150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No tag control</a:t>
            </a:r>
          </a:p>
          <a:p>
            <a:pPr algn="l">
              <a:lnSpc>
                <a:spcPts val="2400"/>
              </a:lnSpc>
            </a:pPr>
            <a:r>
              <a:rPr lang="en-US" sz="1733" dirty="0">
                <a:solidFill>
                  <a:srgbClr val="000000"/>
                </a:solidFill>
                <a:latin typeface="FS PF BeauSans Pro"/>
                <a:ea typeface="FS PF BeauSans Pro"/>
                <a:cs typeface="FS PF BeauSans Pro"/>
                <a:sym typeface="FS PF BeauSans Pro"/>
              </a:rPr>
              <a:t>It often drops the tag or speak the tag in English when the </a:t>
            </a:r>
            <a:r>
              <a:rPr lang="en-US" sz="1733" dirty="0">
                <a:latin typeface="FS PF BeauSans Pro"/>
                <a:ea typeface="FS PF BeauSans Pro"/>
                <a:cs typeface="FS PF BeauSans Pro"/>
                <a:sym typeface="FS PF BeauSans Pro"/>
              </a:rPr>
              <a:t>context</a:t>
            </a:r>
            <a:r>
              <a:rPr lang="en-US" sz="1733" dirty="0">
                <a:solidFill>
                  <a:srgbClr val="000000"/>
                </a:solidFill>
                <a:latin typeface="FS PF BeauSans Pro"/>
                <a:ea typeface="FS PF BeauSans Pro"/>
                <a:cs typeface="FS PF BeauSans Pro"/>
                <a:sym typeface="FS PF BeauSans Pro"/>
              </a:rPr>
              <a:t> is Vietnamese.</a:t>
            </a:r>
          </a:p>
        </p:txBody>
      </p:sp>
      <p:sp>
        <p:nvSpPr>
          <p:cNvPr id="1011" name="TextBox 11"/>
          <p:cNvSpPr txBox="1"/>
          <p:nvPr/>
        </p:nvSpPr>
        <p:spPr>
          <a:xfrm>
            <a:off x="6691707" y="3533169"/>
            <a:ext cx="4640296" cy="105150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Our fix</a:t>
            </a:r>
          </a:p>
          <a:p>
            <a:pPr algn="l">
              <a:lnSpc>
                <a:spcPts val="2400"/>
              </a:lnSpc>
            </a:pPr>
            <a:r>
              <a:rPr lang="en-US" sz="1733" dirty="0">
                <a:solidFill>
                  <a:srgbClr val="000000"/>
                </a:solidFill>
                <a:latin typeface="FS PF BeauSans Pro"/>
                <a:ea typeface="FS PF BeauSans Pro"/>
                <a:cs typeface="FS PF BeauSans Pro"/>
                <a:sym typeface="FS PF BeauSans Pro"/>
              </a:rPr>
              <a:t>Fine-tune on all 14 tags plus untagged </a:t>
            </a:r>
            <a:r>
              <a:rPr lang="en-US" sz="1733" dirty="0">
                <a:latin typeface="FS PF BeauSans Pro"/>
                <a:ea typeface="FS PF BeauSans Pro"/>
                <a:cs typeface="FS PF BeauSans Pro"/>
                <a:sym typeface="FS PF BeauSans Pro"/>
              </a:rPr>
              <a:t>TTS dataset</a:t>
            </a:r>
            <a:r>
              <a:rPr lang="en-US" sz="1733" dirty="0">
                <a:solidFill>
                  <a:srgbClr val="000000"/>
                </a:solidFill>
                <a:latin typeface="FS PF BeauSans Pro"/>
                <a:ea typeface="FS PF BeauSans Pro"/>
                <a:cs typeface="FS PF BeauSans Pro"/>
                <a:sym typeface="FS PF BeauSans Pro"/>
              </a:rPr>
              <a:t>, with the same objective.</a:t>
            </a:r>
          </a:p>
        </p:txBody>
      </p:sp>
      <p:sp>
        <p:nvSpPr>
          <p:cNvPr id="101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Zero-shot TTS system metrics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dirty="0"/>
          </a:p>
        </p:txBody>
      </p:sp>
      <p:pic>
        <p:nvPicPr>
          <p:cNvPr id="4" name="Picture 3">
            <a:extLst>
              <a:ext uri="{FF2B5EF4-FFF2-40B4-BE49-F238E27FC236}">
                <a16:creationId xmlns:a16="http://schemas.microsoft.com/office/drawing/2014/main" id="{2E285375-7B99-9992-98B4-25891C06DA4B}"/>
              </a:ext>
            </a:extLst>
          </p:cNvPr>
          <p:cNvPicPr>
            <a:picLocks noChangeAspect="1"/>
          </p:cNvPicPr>
          <p:nvPr/>
        </p:nvPicPr>
        <p:blipFill>
          <a:blip r:embed="rId2"/>
          <a:stretch>
            <a:fillRect/>
          </a:stretch>
        </p:blipFill>
        <p:spPr>
          <a:xfrm>
            <a:off x="2792728" y="3219449"/>
            <a:ext cx="6606543" cy="2266951"/>
          </a:xfrm>
          <a:prstGeom prst="rect">
            <a:avLst/>
          </a:prstGeom>
        </p:spPr>
      </p:pic>
      <p:sp>
        <p:nvSpPr>
          <p:cNvPr id="149" name="Metric MOS ↑"/>
          <p:cNvSpPr txBox="1"/>
          <p:nvPr/>
        </p:nvSpPr>
        <p:spPr>
          <a:xfrm>
            <a:off x="777240" y="1874519"/>
            <a:ext cx="5257800" cy="64008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MOS ↑  </a:t>
            </a:r>
            <a:r>
              <a:rPr lang="en-US" sz="1300" dirty="0">
                <a:solidFill>
                  <a:srgbClr val="262626"/>
                </a:solidFill>
                <a:latin typeface="FS PF BeauSans Pro"/>
                <a:ea typeface="FS PF BeauSans Pro"/>
                <a:cs typeface="FS PF BeauSans Pro"/>
              </a:rPr>
              <a:t>Mean opinion score: native listeners rate overall quality from 1 (bad) to 5 (excellent)</a:t>
            </a:r>
          </a:p>
        </p:txBody>
      </p:sp>
      <p:sp>
        <p:nvSpPr>
          <p:cNvPr id="150" name="Metric WER ↓"/>
          <p:cNvSpPr txBox="1"/>
          <p:nvPr/>
        </p:nvSpPr>
        <p:spPr>
          <a:xfrm>
            <a:off x="6172200" y="1874519"/>
            <a:ext cx="5257800" cy="64008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WER ↓  </a:t>
            </a:r>
            <a:r>
              <a:rPr lang="en-US" sz="1300" dirty="0">
                <a:solidFill>
                  <a:srgbClr val="262626"/>
                </a:solidFill>
                <a:latin typeface="FS PF BeauSans Pro"/>
                <a:ea typeface="FS PF BeauSans Pro"/>
                <a:cs typeface="FS PF BeauSans Pro"/>
              </a:rPr>
              <a:t>Word error rate (%) of a Vietnamese ASR transcript (Zipformer) against the input text</a:t>
            </a:r>
          </a:p>
        </p:txBody>
      </p:sp>
      <p:sp>
        <p:nvSpPr>
          <p:cNvPr id="151" name="Metric SS ↑"/>
          <p:cNvSpPr txBox="1"/>
          <p:nvPr/>
        </p:nvSpPr>
        <p:spPr>
          <a:xfrm>
            <a:off x="777240" y="2514600"/>
            <a:ext cx="5257800" cy="64008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SS ↑  </a:t>
            </a:r>
            <a:r>
              <a:rPr lang="en-US" sz="1300" dirty="0">
                <a:solidFill>
                  <a:srgbClr val="262626"/>
                </a:solidFill>
                <a:latin typeface="FS PF BeauSans Pro"/>
                <a:ea typeface="FS PF BeauSans Pro"/>
                <a:cs typeface="FS PF BeauSans Pro"/>
              </a:rPr>
              <a:t>Speaker similarity: cosine between ECAPA-TDNN embeddings of the output and the reference voice</a:t>
            </a:r>
          </a:p>
        </p:txBody>
      </p:sp>
      <p:sp>
        <p:nvSpPr>
          <p:cNvPr id="152" name="Metric RTF ↓"/>
          <p:cNvSpPr txBox="1"/>
          <p:nvPr/>
        </p:nvSpPr>
        <p:spPr>
          <a:xfrm>
            <a:off x="6172200" y="2514600"/>
            <a:ext cx="5257800" cy="64008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RTF ↓  </a:t>
            </a:r>
            <a:r>
              <a:rPr lang="en-US" sz="1300" dirty="0">
                <a:solidFill>
                  <a:srgbClr val="262626"/>
                </a:solidFill>
                <a:latin typeface="FS PF BeauSans Pro"/>
                <a:ea typeface="FS PF BeauSans Pro"/>
                <a:cs typeface="FS PF BeauSans Pro"/>
              </a:rPr>
              <a:t>Real-time factor: synthesis time ÷ audio duration; below 1 is faster than real time</a:t>
            </a:r>
          </a:p>
        </p:txBody>
      </p:sp>
      <p:sp>
        <p:nvSpPr>
          <p:cNvPr id="153" name="Footnote citations"/>
          <p:cNvSpPr txBox="1"/>
          <p:nvPr/>
        </p:nvSpPr>
        <p:spPr>
          <a:xfrm>
            <a:off x="247426" y="6126480"/>
            <a:ext cx="5848574" cy="64008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viXTTS: </a:t>
            </a:r>
            <a:r>
              <a:rPr lang="en-US" sz="900" dirty="0">
                <a:solidFill>
                  <a:srgbClr val="595959"/>
                </a:solidFill>
                <a:latin typeface="FS PF BeauSans Pro"/>
                <a:ea typeface="FS PF BeauSans Pro"/>
                <a:cs typeface="FS PF BeauSans Pro"/>
              </a:rPr>
              <a:t>capleaf, huggingface.co/capleaf/viXTTS, 2024 (fine-tuned XTTS: Casanova et al., Interspeech 2024)</a:t>
            </a:r>
          </a:p>
          <a:p>
            <a:pPr>
              <a:buNone/>
            </a:pPr>
            <a:r>
              <a:rPr lang="en-US" sz="900" b="1" dirty="0">
                <a:solidFill>
                  <a:srgbClr val="595959"/>
                </a:solidFill>
                <a:latin typeface="FS PF BeauSans Pro"/>
                <a:ea typeface="FS PF BeauSans Pro"/>
                <a:cs typeface="FS PF BeauSans Pro"/>
              </a:rPr>
              <a:t>F5-TTS: </a:t>
            </a:r>
            <a:r>
              <a:rPr lang="en-US" sz="900" dirty="0">
                <a:solidFill>
                  <a:srgbClr val="595959"/>
                </a:solidFill>
                <a:latin typeface="FS PF BeauSans Pro"/>
                <a:ea typeface="FS PF BeauSans Pro"/>
                <a:cs typeface="FS PF BeauSans Pro"/>
              </a:rPr>
              <a:t>Chen et al., arXiv:2410.06885, 2024</a:t>
            </a:r>
          </a:p>
        </p:txBody>
      </p:sp>
      <p:sp>
        <p:nvSpPr>
          <p:cNvPr id="3" name="TextBox 2">
            <a:extLst>
              <a:ext uri="{FF2B5EF4-FFF2-40B4-BE49-F238E27FC236}">
                <a16:creationId xmlns:a16="http://schemas.microsoft.com/office/drawing/2014/main" id="{72B99D34-A9F6-1825-0A75-F570D254E078}"/>
              </a:ext>
            </a:extLst>
          </p:cNvPr>
          <p:cNvSpPr txBox="1"/>
          <p:nvPr/>
        </p:nvSpPr>
        <p:spPr>
          <a:xfrm>
            <a:off x="5849586" y="6258729"/>
            <a:ext cx="3038011" cy="507831"/>
          </a:xfrm>
          <a:prstGeom prst="rect">
            <a:avLst/>
          </a:prstGeom>
          <a:noFill/>
        </p:spPr>
        <p:txBody>
          <a:bodyPr wrap="none" rtlCol="0" anchor="b" anchorCtr="0">
            <a:spAutoFit/>
          </a:bodyPr>
          <a:lstStyle/>
          <a:p>
            <a:pPr>
              <a:buNone/>
            </a:pPr>
            <a:r>
              <a:rPr lang="en-US" sz="900" b="1" dirty="0" err="1">
                <a:solidFill>
                  <a:srgbClr val="595959"/>
                </a:solidFill>
                <a:latin typeface="FS PF BeauSans Pro"/>
                <a:ea typeface="FS PF BeauSans Pro"/>
                <a:cs typeface="FS PF BeauSans Pro"/>
              </a:rPr>
              <a:t>VieNeu</a:t>
            </a:r>
            <a:r>
              <a:rPr lang="en-US" sz="900" b="1" dirty="0">
                <a:solidFill>
                  <a:srgbClr val="595959"/>
                </a:solidFill>
                <a:latin typeface="FS PF BeauSans Pro"/>
                <a:ea typeface="FS PF BeauSans Pro"/>
                <a:cs typeface="FS PF BeauSans Pro"/>
              </a:rPr>
              <a:t>-TTS: </a:t>
            </a:r>
            <a:r>
              <a:rPr lang="en-US" sz="900" dirty="0">
                <a:solidFill>
                  <a:srgbClr val="595959"/>
                </a:solidFill>
                <a:latin typeface="FS PF BeauSans Pro"/>
                <a:ea typeface="FS PF BeauSans Pro"/>
                <a:cs typeface="FS PF BeauSans Pro"/>
              </a:rPr>
              <a:t>Pham, </a:t>
            </a:r>
            <a:r>
              <a:rPr lang="en-US" sz="900" dirty="0" err="1">
                <a:solidFill>
                  <a:srgbClr val="595959"/>
                </a:solidFill>
                <a:latin typeface="FS PF BeauSans Pro"/>
                <a:ea typeface="FS PF BeauSans Pro"/>
                <a:cs typeface="FS PF BeauSans Pro"/>
              </a:rPr>
              <a:t>github.com</a:t>
            </a:r>
            <a:r>
              <a:rPr lang="en-US" sz="900" dirty="0">
                <a:solidFill>
                  <a:srgbClr val="595959"/>
                </a:solidFill>
                <a:latin typeface="FS PF BeauSans Pro"/>
                <a:ea typeface="FS PF BeauSans Pro"/>
                <a:cs typeface="FS PF BeauSans Pro"/>
              </a:rPr>
              <a:t>/pnnbao97/</a:t>
            </a:r>
            <a:r>
              <a:rPr lang="en-US" sz="900" dirty="0" err="1">
                <a:solidFill>
                  <a:srgbClr val="595959"/>
                </a:solidFill>
                <a:latin typeface="FS PF BeauSans Pro"/>
                <a:ea typeface="FS PF BeauSans Pro"/>
                <a:cs typeface="FS PF BeauSans Pro"/>
              </a:rPr>
              <a:t>VieNeu</a:t>
            </a:r>
            <a:r>
              <a:rPr lang="en-US" sz="900" dirty="0">
                <a:solidFill>
                  <a:srgbClr val="595959"/>
                </a:solidFill>
                <a:latin typeface="FS PF BeauSans Pro"/>
                <a:ea typeface="FS PF BeauSans Pro"/>
                <a:cs typeface="FS PF BeauSans Pro"/>
              </a:rPr>
              <a:t>-TTS</a:t>
            </a:r>
          </a:p>
          <a:p>
            <a:pPr>
              <a:buNone/>
            </a:pPr>
            <a:r>
              <a:rPr lang="en-US" sz="900" b="1" dirty="0" err="1">
                <a:solidFill>
                  <a:srgbClr val="595959"/>
                </a:solidFill>
                <a:latin typeface="FS PF BeauSans Pro"/>
                <a:ea typeface="FS PF BeauSans Pro"/>
                <a:cs typeface="FS PF BeauSans Pro"/>
              </a:rPr>
              <a:t>Zipformer</a:t>
            </a:r>
            <a:r>
              <a:rPr lang="en-US" sz="900" b="1" dirty="0">
                <a:solidFill>
                  <a:srgbClr val="595959"/>
                </a:solidFill>
                <a:latin typeface="FS PF BeauSans Pro"/>
                <a:ea typeface="FS PF BeauSans Pro"/>
                <a:cs typeface="FS PF BeauSans Pro"/>
              </a:rPr>
              <a:t>: </a:t>
            </a:r>
            <a:r>
              <a:rPr lang="en-US" sz="900" dirty="0">
                <a:solidFill>
                  <a:srgbClr val="595959"/>
                </a:solidFill>
                <a:latin typeface="FS PF BeauSans Pro"/>
                <a:ea typeface="FS PF BeauSans Pro"/>
                <a:cs typeface="FS PF BeauSans Pro"/>
              </a:rPr>
              <a:t>Yao et al., ICLR 2024</a:t>
            </a:r>
          </a:p>
          <a:p>
            <a:pPr>
              <a:buNone/>
            </a:pPr>
            <a:r>
              <a:rPr lang="en-US" sz="900" b="1" dirty="0">
                <a:solidFill>
                  <a:srgbClr val="595959"/>
                </a:solidFill>
                <a:latin typeface="FS PF BeauSans Pro"/>
                <a:ea typeface="FS PF BeauSans Pro"/>
                <a:cs typeface="FS PF BeauSans Pro"/>
              </a:rPr>
              <a:t>ECAPA-TDNN: </a:t>
            </a:r>
            <a:r>
              <a:rPr lang="en-US" sz="900" dirty="0" err="1">
                <a:solidFill>
                  <a:srgbClr val="595959"/>
                </a:solidFill>
                <a:latin typeface="FS PF BeauSans Pro"/>
                <a:ea typeface="FS PF BeauSans Pro"/>
                <a:cs typeface="FS PF BeauSans Pro"/>
              </a:rPr>
              <a:t>Desplanques</a:t>
            </a:r>
            <a:r>
              <a:rPr lang="en-US" sz="900" dirty="0">
                <a:solidFill>
                  <a:srgbClr val="595959"/>
                </a:solidFill>
                <a:latin typeface="FS PF BeauSans Pro"/>
                <a:ea typeface="FS PF BeauSans Pro"/>
                <a:cs typeface="FS PF BeauSans Pro"/>
              </a:rPr>
              <a:t> et al., </a:t>
            </a:r>
            <a:r>
              <a:rPr lang="en-US" sz="900" dirty="0" err="1">
                <a:solidFill>
                  <a:srgbClr val="595959"/>
                </a:solidFill>
                <a:latin typeface="FS PF BeauSans Pro"/>
                <a:ea typeface="FS PF BeauSans Pro"/>
                <a:cs typeface="FS PF BeauSans Pro"/>
              </a:rPr>
              <a:t>Interspeech</a:t>
            </a:r>
            <a:r>
              <a:rPr lang="en-US" sz="900" dirty="0">
                <a:solidFill>
                  <a:srgbClr val="595959"/>
                </a:solidFill>
                <a:latin typeface="FS PF BeauSans Pro"/>
                <a:ea typeface="FS PF BeauSans Pro"/>
                <a:cs typeface="FS PF BeauSans Pro"/>
              </a:rPr>
              <a:t> 2020</a:t>
            </a:r>
          </a:p>
        </p:txBody>
      </p:sp>
      <p:sp>
        <p:nvSpPr>
          <p:cNvPr id="5" name="TextBox 4">
            <a:extLst>
              <a:ext uri="{FF2B5EF4-FFF2-40B4-BE49-F238E27FC236}">
                <a16:creationId xmlns:a16="http://schemas.microsoft.com/office/drawing/2014/main" id="{E31E5905-79B7-94D5-4785-3478AB6EA853}"/>
              </a:ext>
            </a:extLst>
          </p:cNvPr>
          <p:cNvSpPr txBox="1"/>
          <p:nvPr/>
        </p:nvSpPr>
        <p:spPr>
          <a:xfrm>
            <a:off x="4585765" y="5464760"/>
            <a:ext cx="2898550" cy="307777"/>
          </a:xfrm>
          <a:prstGeom prst="rect">
            <a:avLst/>
          </a:prstGeom>
          <a:noFill/>
        </p:spPr>
        <p:txBody>
          <a:bodyPr wrap="none" rtlCol="0">
            <a:spAutoFit/>
          </a:bodyPr>
          <a:lstStyle/>
          <a:p>
            <a:r>
              <a:rPr lang="en-US" dirty="0"/>
              <a:t>Table 5: Zero-shot TTS evaluation</a:t>
            </a:r>
          </a:p>
        </p:txBody>
      </p:sp>
    </p:spTree>
    <p:extLst>
      <p:ext uri="{BB962C8B-B14F-4D97-AF65-F5344CB8AC3E}">
        <p14:creationId xmlns:p14="http://schemas.microsoft.com/office/powerpoint/2010/main" val="6124117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C51F5F76-588A-B9B3-C6DD-54B09A5772DC}"/>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632D0268-15FB-556B-4631-CB6696ACE0B0}"/>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a:extLst>
              <a:ext uri="{FF2B5EF4-FFF2-40B4-BE49-F238E27FC236}">
                <a16:creationId xmlns:a16="http://schemas.microsoft.com/office/drawing/2014/main" id="{F7FE67D2-93AA-CCD4-6420-2E3033D02C11}"/>
              </a:ext>
            </a:extLst>
          </p:cNvPr>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NVV TTS system metrics</a:t>
            </a:r>
          </a:p>
        </p:txBody>
      </p:sp>
      <p:sp>
        <p:nvSpPr>
          <p:cNvPr id="2" name="Slide Number Placeholder 1">
            <a:extLst>
              <a:ext uri="{FF2B5EF4-FFF2-40B4-BE49-F238E27FC236}">
                <a16:creationId xmlns:a16="http://schemas.microsoft.com/office/drawing/2014/main" id="{23C2AC4F-9CBA-47FA-32EC-B0C72302E3E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dirty="0"/>
          </a:p>
        </p:txBody>
      </p:sp>
      <p:pic>
        <p:nvPicPr>
          <p:cNvPr id="5" name="Picture 4">
            <a:extLst>
              <a:ext uri="{FF2B5EF4-FFF2-40B4-BE49-F238E27FC236}">
                <a16:creationId xmlns:a16="http://schemas.microsoft.com/office/drawing/2014/main" id="{078A3D1F-8983-3B06-4FA0-A52B114AC133}"/>
              </a:ext>
            </a:extLst>
          </p:cNvPr>
          <p:cNvPicPr>
            <a:picLocks noChangeAspect="1"/>
          </p:cNvPicPr>
          <p:nvPr/>
        </p:nvPicPr>
        <p:blipFill>
          <a:blip r:embed="rId2"/>
          <a:srcRect t="3681"/>
          <a:stretch>
            <a:fillRect/>
          </a:stretch>
        </p:blipFill>
        <p:spPr>
          <a:xfrm>
            <a:off x="964796" y="4125211"/>
            <a:ext cx="10259359" cy="1516828"/>
          </a:xfrm>
          <a:prstGeom prst="rect">
            <a:avLst/>
          </a:prstGeom>
        </p:spPr>
      </p:pic>
      <p:sp>
        <p:nvSpPr>
          <p:cNvPr id="149" name="Metric NVPA ↑"/>
          <p:cNvSpPr txBox="1"/>
          <p:nvPr/>
        </p:nvSpPr>
        <p:spPr>
          <a:xfrm>
            <a:off x="777240" y="1920240"/>
            <a:ext cx="5257800" cy="77724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NVPA ↑  </a:t>
            </a:r>
            <a:r>
              <a:rPr lang="en-US" sz="1300" dirty="0">
                <a:solidFill>
                  <a:srgbClr val="262626"/>
                </a:solidFill>
                <a:latin typeface="FS PF BeauSans Pro"/>
                <a:ea typeface="FS PF BeauSans Pro"/>
                <a:cs typeface="FS PF BeauSans Pro"/>
              </a:rPr>
              <a:t>NV placement accuracy: share of tags where a vocalization of the right class (FlexSED) is found at the tag's position</a:t>
            </a:r>
          </a:p>
        </p:txBody>
      </p:sp>
      <p:sp>
        <p:nvSpPr>
          <p:cNvPr id="150" name="Metric NVMR ↓"/>
          <p:cNvSpPr txBox="1"/>
          <p:nvPr/>
        </p:nvSpPr>
        <p:spPr>
          <a:xfrm>
            <a:off x="6172200" y="1920240"/>
            <a:ext cx="5257800" cy="77724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NVMR ↓  </a:t>
            </a:r>
            <a:r>
              <a:rPr lang="en-US" sz="1300" dirty="0">
                <a:solidFill>
                  <a:srgbClr val="262626"/>
                </a:solidFill>
                <a:latin typeface="FS PF BeauSans Pro"/>
                <a:ea typeface="FS PF BeauSans Pro"/>
                <a:cs typeface="FS PF BeauSans Pro"/>
              </a:rPr>
              <a:t>NV miss rate: share of tags where no vocalization is found at all (tag skipped or read out as words)</a:t>
            </a:r>
          </a:p>
        </p:txBody>
      </p:sp>
      <p:sp>
        <p:nvSpPr>
          <p:cNvPr id="151" name="Metric Shared / New"/>
          <p:cNvSpPr txBox="1"/>
          <p:nvPr/>
        </p:nvSpPr>
        <p:spPr>
          <a:xfrm>
            <a:off x="777240" y="2697480"/>
            <a:ext cx="5257800" cy="77724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Shared / New  </a:t>
            </a:r>
            <a:r>
              <a:rPr lang="en-US" sz="1300" dirty="0">
                <a:solidFill>
                  <a:srgbClr val="262626"/>
                </a:solidFill>
                <a:latin typeface="FS PF BeauSans Pro"/>
                <a:ea typeface="FS PF BeauSans Pro"/>
                <a:cs typeface="FS PF BeauSans Pro"/>
              </a:rPr>
              <a:t>[laughter] and [sigh], the tags the released model has / the other 12 classes</a:t>
            </a:r>
          </a:p>
        </p:txBody>
      </p:sp>
      <p:sp>
        <p:nvSpPr>
          <p:cNvPr id="152" name="Metric MOS, WER, SS, RTF"/>
          <p:cNvSpPr txBox="1"/>
          <p:nvPr/>
        </p:nvSpPr>
        <p:spPr>
          <a:xfrm>
            <a:off x="6172200" y="2697480"/>
            <a:ext cx="5257800" cy="77724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MOS, WER, SS, RTF  </a:t>
            </a:r>
            <a:r>
              <a:rPr lang="en-US" sz="1300" dirty="0">
                <a:solidFill>
                  <a:srgbClr val="262626"/>
                </a:solidFill>
                <a:latin typeface="FS PF BeauSans Pro"/>
                <a:ea typeface="FS PF BeauSans Pro"/>
                <a:cs typeface="FS PF BeauSans Pro"/>
              </a:rPr>
              <a:t>As on the zero-shot slide: quality, intelligibility, voice similarity, speed</a:t>
            </a:r>
          </a:p>
        </p:txBody>
      </p:sp>
      <p:sp>
        <p:nvSpPr>
          <p:cNvPr id="153" name="Footnote citations"/>
          <p:cNvSpPr txBox="1"/>
          <p:nvPr/>
        </p:nvSpPr>
        <p:spPr>
          <a:xfrm>
            <a:off x="400722" y="6035040"/>
            <a:ext cx="8869680" cy="82296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Zipformer: </a:t>
            </a:r>
            <a:r>
              <a:rPr lang="en-US" sz="900" dirty="0">
                <a:solidFill>
                  <a:srgbClr val="595959"/>
                </a:solidFill>
                <a:latin typeface="FS PF BeauSans Pro"/>
                <a:ea typeface="FS PF BeauSans Pro"/>
                <a:cs typeface="FS PF BeauSans Pro"/>
              </a:rPr>
              <a:t>Yao et al., ICLR 2024</a:t>
            </a:r>
          </a:p>
          <a:p>
            <a:pPr>
              <a:buNone/>
            </a:pPr>
            <a:r>
              <a:rPr lang="en-US" sz="900" b="1" dirty="0">
                <a:solidFill>
                  <a:srgbClr val="595959"/>
                </a:solidFill>
                <a:latin typeface="FS PF BeauSans Pro"/>
                <a:ea typeface="FS PF BeauSans Pro"/>
                <a:cs typeface="FS PF BeauSans Pro"/>
              </a:rPr>
              <a:t>ECAPA-TDNN: </a:t>
            </a:r>
            <a:r>
              <a:rPr lang="en-US" sz="900" dirty="0">
                <a:solidFill>
                  <a:srgbClr val="595959"/>
                </a:solidFill>
                <a:latin typeface="FS PF BeauSans Pro"/>
                <a:ea typeface="FS PF BeauSans Pro"/>
                <a:cs typeface="FS PF BeauSans Pro"/>
              </a:rPr>
              <a:t>Desplanques et al., Interspeech 2020</a:t>
            </a:r>
          </a:p>
        </p:txBody>
      </p:sp>
      <p:sp>
        <p:nvSpPr>
          <p:cNvPr id="3" name="TextBox 2">
            <a:extLst>
              <a:ext uri="{FF2B5EF4-FFF2-40B4-BE49-F238E27FC236}">
                <a16:creationId xmlns:a16="http://schemas.microsoft.com/office/drawing/2014/main" id="{E675FA8E-996E-DFC4-D9E4-11CE06492166}"/>
              </a:ext>
            </a:extLst>
          </p:cNvPr>
          <p:cNvSpPr txBox="1"/>
          <p:nvPr/>
        </p:nvSpPr>
        <p:spPr>
          <a:xfrm>
            <a:off x="4585765" y="5684651"/>
            <a:ext cx="2504212" cy="307777"/>
          </a:xfrm>
          <a:prstGeom prst="rect">
            <a:avLst/>
          </a:prstGeom>
          <a:noFill/>
        </p:spPr>
        <p:txBody>
          <a:bodyPr wrap="none" rtlCol="0">
            <a:spAutoFit/>
          </a:bodyPr>
          <a:lstStyle/>
          <a:p>
            <a:r>
              <a:rPr lang="en-US" dirty="0"/>
              <a:t>Table 6: NVV TTS evaluation</a:t>
            </a:r>
          </a:p>
        </p:txBody>
      </p:sp>
    </p:spTree>
    <p:extLst>
      <p:ext uri="{BB962C8B-B14F-4D97-AF65-F5344CB8AC3E}">
        <p14:creationId xmlns:p14="http://schemas.microsoft.com/office/powerpoint/2010/main" val="3802345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The first synthesize TTS system to speak with nonverbal cue effectively</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dirty="0"/>
          </a:p>
        </p:txBody>
      </p:sp>
      <p:pic>
        <p:nvPicPr>
          <p:cNvPr id="1009" name="throatclearing">
            <a:hlinkClick r:id="" action="ppaction://media"/>
            <a:extLst>
              <a:ext uri="{FF2B5EF4-FFF2-40B4-BE49-F238E27FC236}">
                <a16:creationId xmlns:a16="http://schemas.microsoft.com/office/drawing/2014/main" id="{858B9B53-D1A5-D8AB-B4CD-EDE37DFE0052}"/>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1778000" y="3167548"/>
            <a:ext cx="324908" cy="324909"/>
          </a:xfrm>
          <a:prstGeom prst="rect">
            <a:avLst/>
          </a:prstGeom>
        </p:spPr>
      </p:pic>
      <p:pic>
        <p:nvPicPr>
          <p:cNvPr id="1010" name="laugh">
            <a:hlinkClick r:id="" action="ppaction://media"/>
            <a:extLst>
              <a:ext uri="{FF2B5EF4-FFF2-40B4-BE49-F238E27FC236}">
                <a16:creationId xmlns:a16="http://schemas.microsoft.com/office/drawing/2014/main" id="{689CDE9D-7C8E-F1D0-3C20-E68183CBE46E}"/>
              </a:ext>
            </a:extLst>
          </p:cNvPr>
          <p:cNvPicPr>
            <a:picLocks noChangeAspect="1"/>
          </p:cNvPicPr>
          <p:nvPr>
            <a:audioFile r:link="rId4"/>
            <p:extLst>
              <p:ext uri="{DAA4B4D4-6D71-4841-9C94-3DE7FCFB9230}">
                <p14:media xmlns:p14="http://schemas.microsoft.com/office/powerpoint/2010/main" r:embed="rId3"/>
              </p:ext>
            </p:extLst>
          </p:nvPr>
        </p:nvPicPr>
        <p:blipFill>
          <a:blip r:embed="rId10"/>
          <a:stretch>
            <a:fillRect/>
          </a:stretch>
        </p:blipFill>
        <p:spPr>
          <a:xfrm>
            <a:off x="7224185" y="3167548"/>
            <a:ext cx="324908" cy="324909"/>
          </a:xfrm>
          <a:prstGeom prst="rect">
            <a:avLst/>
          </a:prstGeom>
        </p:spPr>
      </p:pic>
      <p:pic>
        <p:nvPicPr>
          <p:cNvPr id="1011" name="breath">
            <a:hlinkClick r:id="" action="ppaction://media"/>
            <a:extLst>
              <a:ext uri="{FF2B5EF4-FFF2-40B4-BE49-F238E27FC236}">
                <a16:creationId xmlns:a16="http://schemas.microsoft.com/office/drawing/2014/main" id="{68FB7D34-0D5B-6405-8845-DD42F0D59079}"/>
              </a:ext>
            </a:extLst>
          </p:cNvPr>
          <p:cNvPicPr>
            <a:picLocks noChangeAspect="1"/>
          </p:cNvPicPr>
          <p:nvPr>
            <a:audioFile r:link="rId6"/>
            <p:extLst>
              <p:ext uri="{DAA4B4D4-6D71-4841-9C94-3DE7FCFB9230}">
                <p14:media xmlns:p14="http://schemas.microsoft.com/office/powerpoint/2010/main" r:embed="rId5"/>
              </p:ext>
            </p:extLst>
          </p:nvPr>
        </p:nvPicPr>
        <p:blipFill>
          <a:blip r:embed="rId10"/>
          <a:stretch>
            <a:fillRect/>
          </a:stretch>
        </p:blipFill>
        <p:spPr>
          <a:xfrm>
            <a:off x="4318000" y="3167549"/>
            <a:ext cx="324908" cy="324909"/>
          </a:xfrm>
          <a:prstGeom prst="rect">
            <a:avLst/>
          </a:prstGeom>
        </p:spPr>
      </p:pic>
      <p:pic>
        <p:nvPicPr>
          <p:cNvPr id="1013" name="sniff">
            <a:hlinkClick r:id="" action="ppaction://media"/>
            <a:extLst>
              <a:ext uri="{FF2B5EF4-FFF2-40B4-BE49-F238E27FC236}">
                <a16:creationId xmlns:a16="http://schemas.microsoft.com/office/drawing/2014/main" id="{D9C28E88-6C4A-6ECA-F401-FBA81C031275}"/>
              </a:ext>
            </a:extLst>
          </p:cNvPr>
          <p:cNvPicPr>
            <a:picLocks noChangeAspect="1"/>
          </p:cNvPicPr>
          <p:nvPr>
            <a:audioFile r:link="rId8"/>
            <p:extLst>
              <p:ext uri="{DAA4B4D4-6D71-4841-9C94-3DE7FCFB9230}">
                <p14:media xmlns:p14="http://schemas.microsoft.com/office/powerpoint/2010/main" r:embed="rId7"/>
              </p:ext>
            </p:extLst>
          </p:nvPr>
        </p:nvPicPr>
        <p:blipFill>
          <a:blip r:embed="rId10"/>
          <a:stretch>
            <a:fillRect/>
          </a:stretch>
        </p:blipFill>
        <p:spPr>
          <a:xfrm>
            <a:off x="10055113" y="3192372"/>
            <a:ext cx="324908" cy="324909"/>
          </a:xfrm>
          <a:prstGeom prst="rect">
            <a:avLst/>
          </a:prstGeom>
        </p:spPr>
      </p:pic>
      <p:sp>
        <p:nvSpPr>
          <p:cNvPr id="1014" name="TextBox 13">
            <a:extLst>
              <a:ext uri="{FF2B5EF4-FFF2-40B4-BE49-F238E27FC236}">
                <a16:creationId xmlns:a16="http://schemas.microsoft.com/office/drawing/2014/main" id="{A6A1524B-2A69-26FE-9534-72C57E395058}"/>
              </a:ext>
            </a:extLst>
          </p:cNvPr>
          <p:cNvSpPr txBox="1"/>
          <p:nvPr/>
        </p:nvSpPr>
        <p:spPr>
          <a:xfrm>
            <a:off x="992957" y="3770721"/>
            <a:ext cx="1851843" cy="615553"/>
          </a:xfrm>
          <a:prstGeom prst="rect">
            <a:avLst/>
          </a:prstGeom>
          <a:noFill/>
        </p:spPr>
        <p:txBody>
          <a:bodyPr wrap="square" rtlCol="0">
            <a:spAutoFit/>
          </a:bodyPr>
          <a:lstStyle/>
          <a:p>
            <a:r>
              <a:rPr lang="en-US" dirty="0"/>
              <a:t>[Throat clear] </a:t>
            </a:r>
            <a:r>
              <a:rPr lang="en-US" dirty="0" err="1"/>
              <a:t>ờm</a:t>
            </a:r>
            <a:r>
              <a:rPr lang="en-US" dirty="0"/>
              <a:t>, </a:t>
            </a:r>
            <a:r>
              <a:rPr lang="en-US" dirty="0" err="1"/>
              <a:t>tôi</a:t>
            </a:r>
            <a:r>
              <a:rPr lang="en-US" dirty="0"/>
              <a:t> </a:t>
            </a:r>
            <a:r>
              <a:rPr lang="en-US" dirty="0" err="1"/>
              <a:t>có</a:t>
            </a:r>
            <a:r>
              <a:rPr lang="en-US" dirty="0"/>
              <a:t> </a:t>
            </a:r>
            <a:r>
              <a:rPr lang="en-US" dirty="0" err="1"/>
              <a:t>chuyện</a:t>
            </a:r>
            <a:r>
              <a:rPr lang="en-US" dirty="0"/>
              <a:t> </a:t>
            </a:r>
            <a:r>
              <a:rPr lang="en-US" dirty="0" err="1"/>
              <a:t>này</a:t>
            </a:r>
            <a:r>
              <a:rPr lang="en-US" dirty="0"/>
              <a:t> </a:t>
            </a:r>
            <a:r>
              <a:rPr lang="en-US" dirty="0" err="1"/>
              <a:t>muốn</a:t>
            </a:r>
            <a:r>
              <a:rPr lang="en-US" dirty="0"/>
              <a:t> </a:t>
            </a:r>
            <a:r>
              <a:rPr lang="en-US" dirty="0" err="1"/>
              <a:t>nói</a:t>
            </a:r>
            <a:r>
              <a:rPr lang="en-US" dirty="0"/>
              <a:t> </a:t>
            </a:r>
            <a:r>
              <a:rPr lang="en-US" dirty="0" err="1"/>
              <a:t>với</a:t>
            </a:r>
            <a:r>
              <a:rPr lang="en-US" dirty="0"/>
              <a:t> </a:t>
            </a:r>
            <a:r>
              <a:rPr lang="en-US" dirty="0" err="1"/>
              <a:t>bạn</a:t>
            </a:r>
            <a:r>
              <a:rPr lang="en-US" dirty="0"/>
              <a:t> </a:t>
            </a:r>
            <a:r>
              <a:rPr lang="en-US" dirty="0" err="1"/>
              <a:t>nhưng</a:t>
            </a:r>
            <a:r>
              <a:rPr lang="en-US" dirty="0"/>
              <a:t> </a:t>
            </a:r>
            <a:r>
              <a:rPr lang="en-US" dirty="0" err="1"/>
              <a:t>hơi</a:t>
            </a:r>
            <a:r>
              <a:rPr lang="en-US" dirty="0"/>
              <a:t> </a:t>
            </a:r>
            <a:r>
              <a:rPr lang="en-US" dirty="0" err="1"/>
              <a:t>ngại</a:t>
            </a:r>
            <a:endParaRPr lang="en-US" dirty="0"/>
          </a:p>
        </p:txBody>
      </p:sp>
      <p:sp>
        <p:nvSpPr>
          <p:cNvPr id="1016" name="TextBox 15">
            <a:extLst>
              <a:ext uri="{FF2B5EF4-FFF2-40B4-BE49-F238E27FC236}">
                <a16:creationId xmlns:a16="http://schemas.microsoft.com/office/drawing/2014/main" id="{353DE579-CEEA-531F-8EF2-6096DDB32EEA}"/>
              </a:ext>
            </a:extLst>
          </p:cNvPr>
          <p:cNvSpPr txBox="1"/>
          <p:nvPr/>
        </p:nvSpPr>
        <p:spPr>
          <a:xfrm>
            <a:off x="3554532" y="3720458"/>
            <a:ext cx="1851843" cy="800219"/>
          </a:xfrm>
          <a:prstGeom prst="rect">
            <a:avLst/>
          </a:prstGeom>
          <a:noFill/>
        </p:spPr>
        <p:txBody>
          <a:bodyPr wrap="square" rtlCol="0">
            <a:spAutoFit/>
          </a:bodyPr>
          <a:lstStyle/>
          <a:p>
            <a:r>
              <a:rPr lang="en-US" dirty="0" err="1"/>
              <a:t>Hôm</a:t>
            </a:r>
            <a:r>
              <a:rPr lang="en-US" dirty="0"/>
              <a:t> qua </a:t>
            </a:r>
            <a:r>
              <a:rPr lang="en-US" dirty="0" err="1"/>
              <a:t>tôi</a:t>
            </a:r>
            <a:r>
              <a:rPr lang="en-US" dirty="0"/>
              <a:t> </a:t>
            </a:r>
            <a:r>
              <a:rPr lang="en-US" dirty="0" err="1"/>
              <a:t>gặp</a:t>
            </a:r>
            <a:r>
              <a:rPr lang="en-US" dirty="0"/>
              <a:t> con </a:t>
            </a:r>
            <a:r>
              <a:rPr lang="en-US" dirty="0" err="1"/>
              <a:t>chó</a:t>
            </a:r>
            <a:r>
              <a:rPr lang="en-US" dirty="0"/>
              <a:t> to </a:t>
            </a:r>
            <a:r>
              <a:rPr lang="en-US" dirty="0" err="1"/>
              <a:t>quá</a:t>
            </a:r>
            <a:r>
              <a:rPr lang="en-US" dirty="0"/>
              <a:t> [breath] </a:t>
            </a:r>
            <a:r>
              <a:rPr lang="en-US" dirty="0" err="1"/>
              <a:t>tôi</a:t>
            </a:r>
            <a:r>
              <a:rPr lang="en-US" dirty="0"/>
              <a:t> </a:t>
            </a:r>
            <a:r>
              <a:rPr lang="en-US" dirty="0" err="1"/>
              <a:t>sợ</a:t>
            </a:r>
            <a:r>
              <a:rPr lang="en-US" dirty="0"/>
              <a:t> </a:t>
            </a:r>
            <a:r>
              <a:rPr lang="en-US" dirty="0" err="1"/>
              <a:t>quá</a:t>
            </a:r>
            <a:r>
              <a:rPr lang="en-US" dirty="0"/>
              <a:t> </a:t>
            </a:r>
            <a:r>
              <a:rPr lang="en-US" dirty="0" err="1"/>
              <a:t>chạy</a:t>
            </a:r>
            <a:r>
              <a:rPr lang="en-US" dirty="0"/>
              <a:t> </a:t>
            </a:r>
            <a:r>
              <a:rPr lang="en-US" dirty="0" err="1"/>
              <a:t>thẳng</a:t>
            </a:r>
            <a:r>
              <a:rPr lang="en-US" dirty="0"/>
              <a:t> </a:t>
            </a:r>
            <a:r>
              <a:rPr lang="en-US" dirty="0" err="1"/>
              <a:t>một</a:t>
            </a:r>
            <a:r>
              <a:rPr lang="en-US" dirty="0"/>
              <a:t> </a:t>
            </a:r>
            <a:r>
              <a:rPr lang="en-US" dirty="0" err="1"/>
              <a:t>mạch</a:t>
            </a:r>
            <a:r>
              <a:rPr lang="en-US" dirty="0"/>
              <a:t> </a:t>
            </a:r>
            <a:r>
              <a:rPr lang="en-US" dirty="0" err="1"/>
              <a:t>về</a:t>
            </a:r>
            <a:r>
              <a:rPr lang="en-US" dirty="0"/>
              <a:t> </a:t>
            </a:r>
            <a:r>
              <a:rPr lang="en-US" dirty="0" err="1"/>
              <a:t>nhà</a:t>
            </a:r>
            <a:endParaRPr lang="en-US" dirty="0"/>
          </a:p>
        </p:txBody>
      </p:sp>
      <p:sp>
        <p:nvSpPr>
          <p:cNvPr id="1018" name="TextBox 17">
            <a:extLst>
              <a:ext uri="{FF2B5EF4-FFF2-40B4-BE49-F238E27FC236}">
                <a16:creationId xmlns:a16="http://schemas.microsoft.com/office/drawing/2014/main" id="{EEA10C7F-FD0C-6D09-09B1-5D11D59FFAAF}"/>
              </a:ext>
            </a:extLst>
          </p:cNvPr>
          <p:cNvSpPr txBox="1"/>
          <p:nvPr/>
        </p:nvSpPr>
        <p:spPr>
          <a:xfrm>
            <a:off x="6460717" y="3709017"/>
            <a:ext cx="1851843" cy="615553"/>
          </a:xfrm>
          <a:prstGeom prst="rect">
            <a:avLst/>
          </a:prstGeom>
          <a:noFill/>
        </p:spPr>
        <p:txBody>
          <a:bodyPr wrap="square" rtlCol="0">
            <a:spAutoFit/>
          </a:bodyPr>
          <a:lstStyle/>
          <a:p>
            <a:r>
              <a:rPr lang="en-US" dirty="0"/>
              <a:t>[Laughter] </a:t>
            </a:r>
            <a:r>
              <a:rPr lang="en-US" dirty="0" err="1"/>
              <a:t>cậu</a:t>
            </a:r>
            <a:r>
              <a:rPr lang="en-US" dirty="0"/>
              <a:t> </a:t>
            </a:r>
            <a:r>
              <a:rPr lang="en-US" dirty="0" err="1"/>
              <a:t>kể</a:t>
            </a:r>
            <a:r>
              <a:rPr lang="en-US" dirty="0"/>
              <a:t> </a:t>
            </a:r>
            <a:r>
              <a:rPr lang="en-US" dirty="0" err="1"/>
              <a:t>chuyện</a:t>
            </a:r>
            <a:r>
              <a:rPr lang="en-US" dirty="0"/>
              <a:t> </a:t>
            </a:r>
            <a:r>
              <a:rPr lang="en-US" dirty="0" err="1"/>
              <a:t>gì</a:t>
            </a:r>
            <a:r>
              <a:rPr lang="en-US" dirty="0"/>
              <a:t> </a:t>
            </a:r>
            <a:r>
              <a:rPr lang="en-US" dirty="0" err="1"/>
              <a:t>mà</a:t>
            </a:r>
            <a:r>
              <a:rPr lang="en-US" dirty="0"/>
              <a:t> </a:t>
            </a:r>
            <a:r>
              <a:rPr lang="en-US" dirty="0" err="1"/>
              <a:t>buồn</a:t>
            </a:r>
            <a:r>
              <a:rPr lang="en-US" dirty="0"/>
              <a:t> </a:t>
            </a:r>
            <a:r>
              <a:rPr lang="en-US" dirty="0" err="1"/>
              <a:t>cười</a:t>
            </a:r>
            <a:r>
              <a:rPr lang="en-US" dirty="0"/>
              <a:t> </a:t>
            </a:r>
            <a:r>
              <a:rPr lang="en-US" dirty="0" err="1"/>
              <a:t>thế</a:t>
            </a:r>
            <a:r>
              <a:rPr lang="en-US" dirty="0"/>
              <a:t> </a:t>
            </a:r>
            <a:r>
              <a:rPr lang="en-US" dirty="0" err="1"/>
              <a:t>làm</a:t>
            </a:r>
            <a:r>
              <a:rPr lang="en-US" dirty="0"/>
              <a:t> </a:t>
            </a:r>
            <a:r>
              <a:rPr lang="en-US" dirty="0" err="1"/>
              <a:t>tôi</a:t>
            </a:r>
            <a:r>
              <a:rPr lang="en-US" dirty="0"/>
              <a:t> </a:t>
            </a:r>
            <a:r>
              <a:rPr lang="en-US" dirty="0" err="1"/>
              <a:t>cười</a:t>
            </a:r>
            <a:r>
              <a:rPr lang="en-US" dirty="0"/>
              <a:t> </a:t>
            </a:r>
            <a:r>
              <a:rPr lang="en-US" dirty="0" err="1"/>
              <a:t>đau</a:t>
            </a:r>
            <a:r>
              <a:rPr lang="en-US" dirty="0"/>
              <a:t> </a:t>
            </a:r>
            <a:r>
              <a:rPr lang="en-US" dirty="0" err="1"/>
              <a:t>cả</a:t>
            </a:r>
            <a:r>
              <a:rPr lang="en-US" dirty="0"/>
              <a:t> </a:t>
            </a:r>
            <a:r>
              <a:rPr lang="en-US" dirty="0" err="1"/>
              <a:t>bụng</a:t>
            </a:r>
            <a:endParaRPr lang="en-US" dirty="0"/>
          </a:p>
        </p:txBody>
      </p:sp>
      <p:sp>
        <p:nvSpPr>
          <p:cNvPr id="1020" name="TextBox 19">
            <a:extLst>
              <a:ext uri="{FF2B5EF4-FFF2-40B4-BE49-F238E27FC236}">
                <a16:creationId xmlns:a16="http://schemas.microsoft.com/office/drawing/2014/main" id="{BADB4854-D9F8-6B1D-CED9-E447194A0DA2}"/>
              </a:ext>
            </a:extLst>
          </p:cNvPr>
          <p:cNvSpPr txBox="1"/>
          <p:nvPr/>
        </p:nvSpPr>
        <p:spPr>
          <a:xfrm>
            <a:off x="9291645" y="3709017"/>
            <a:ext cx="1851843" cy="615553"/>
          </a:xfrm>
          <a:prstGeom prst="rect">
            <a:avLst/>
          </a:prstGeom>
          <a:noFill/>
        </p:spPr>
        <p:txBody>
          <a:bodyPr wrap="square" rtlCol="0">
            <a:spAutoFit/>
          </a:bodyPr>
          <a:lstStyle/>
          <a:p>
            <a:r>
              <a:rPr lang="en-US" dirty="0" err="1"/>
              <a:t>Cảm</a:t>
            </a:r>
            <a:r>
              <a:rPr lang="en-US" dirty="0"/>
              <a:t> </a:t>
            </a:r>
            <a:r>
              <a:rPr lang="en-US" dirty="0" err="1"/>
              <a:t>ơn</a:t>
            </a:r>
            <a:r>
              <a:rPr lang="en-US" dirty="0"/>
              <a:t> </a:t>
            </a:r>
            <a:r>
              <a:rPr lang="en-US" dirty="0" err="1"/>
              <a:t>ông</a:t>
            </a:r>
            <a:r>
              <a:rPr lang="en-US" dirty="0"/>
              <a:t> </a:t>
            </a:r>
            <a:r>
              <a:rPr lang="en-US" dirty="0" err="1"/>
              <a:t>trời</a:t>
            </a:r>
            <a:r>
              <a:rPr lang="en-US" dirty="0"/>
              <a:t> [sniff] </a:t>
            </a:r>
            <a:r>
              <a:rPr lang="en-US" dirty="0" err="1"/>
              <a:t>cuối</a:t>
            </a:r>
            <a:r>
              <a:rPr lang="en-US" dirty="0"/>
              <a:t> </a:t>
            </a:r>
            <a:r>
              <a:rPr lang="en-US" dirty="0" err="1"/>
              <a:t>cùng</a:t>
            </a:r>
            <a:r>
              <a:rPr lang="en-US" dirty="0"/>
              <a:t> </a:t>
            </a:r>
            <a:r>
              <a:rPr lang="en-US" dirty="0" err="1"/>
              <a:t>tôi</a:t>
            </a:r>
            <a:r>
              <a:rPr lang="en-US" dirty="0"/>
              <a:t> </a:t>
            </a:r>
            <a:r>
              <a:rPr lang="en-US" dirty="0" err="1"/>
              <a:t>cũng</a:t>
            </a:r>
            <a:r>
              <a:rPr lang="en-US" dirty="0"/>
              <a:t> </a:t>
            </a:r>
            <a:r>
              <a:rPr lang="en-US" dirty="0" err="1"/>
              <a:t>tìm</a:t>
            </a:r>
            <a:r>
              <a:rPr lang="en-US" dirty="0"/>
              <a:t> </a:t>
            </a:r>
            <a:r>
              <a:rPr lang="en-US" dirty="0" err="1"/>
              <a:t>được</a:t>
            </a:r>
            <a:r>
              <a:rPr lang="en-US" dirty="0"/>
              <a:t> </a:t>
            </a:r>
            <a:r>
              <a:rPr lang="en-US" dirty="0" err="1"/>
              <a:t>chìa</a:t>
            </a:r>
            <a:r>
              <a:rPr lang="en-US" dirty="0"/>
              <a:t> </a:t>
            </a:r>
            <a:r>
              <a:rPr lang="en-US" dirty="0" err="1"/>
              <a:t>khóa</a:t>
            </a:r>
            <a:r>
              <a:rPr lang="en-US" dirty="0"/>
              <a:t> </a:t>
            </a:r>
            <a:r>
              <a:rPr lang="en-US" dirty="0" err="1"/>
              <a:t>nhà</a:t>
            </a:r>
            <a:endParaRPr lang="en-US" dirty="0"/>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009"/>
                </p:tgtEl>
              </p:cMediaNode>
            </p:audio>
            <p:audio>
              <p:cMediaNode vol="80000">
                <p:cTn id="3" fill="hold" display="0">
                  <p:stCondLst>
                    <p:cond delay="indefinite"/>
                  </p:stCondLst>
                  <p:endCondLst>
                    <p:cond evt="onStopAudio" delay="0">
                      <p:tgtEl>
                        <p:sldTgt/>
                      </p:tgtEl>
                    </p:cond>
                  </p:endCondLst>
                </p:cTn>
                <p:tgtEl>
                  <p:spTgt spid="1010"/>
                </p:tgtEl>
              </p:cMediaNode>
            </p:audio>
            <p:audio>
              <p:cMediaNode vol="80000">
                <p:cTn id="4" fill="hold" display="0">
                  <p:stCondLst>
                    <p:cond delay="indefinite"/>
                  </p:stCondLst>
                  <p:endCondLst>
                    <p:cond evt="onStopAudio" delay="0">
                      <p:tgtEl>
                        <p:sldTgt/>
                      </p:tgtEl>
                    </p:cond>
                  </p:endCondLst>
                </p:cTn>
                <p:tgtEl>
                  <p:spTgt spid="1011"/>
                </p:tgtEl>
              </p:cMediaNode>
            </p:audio>
            <p:audio>
              <p:cMediaNode vol="80000">
                <p:cTn id="5" fill="hold" display="0">
                  <p:stCondLst>
                    <p:cond delay="indefinite"/>
                  </p:stCondLst>
                  <p:endCondLst>
                    <p:cond evt="onStopAudio" delay="0">
                      <p:tgtEl>
                        <p:sldTgt/>
                      </p:tgtEl>
                    </p:cond>
                  </p:endCondLst>
                </p:cTn>
                <p:tgtEl>
                  <p:spTgt spid="1013"/>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Deployment</a:t>
            </a:r>
          </a:p>
        </p:txBody>
      </p:sp>
      <p:sp>
        <p:nvSpPr>
          <p:cNvPr id="148" name="Google Shape;148;p10"/>
          <p:cNvSpPr txBox="1">
            <a:spLocks noGrp="1"/>
          </p:cNvSpPr>
          <p:nvPr>
            <p:ph type="body" idx="1"/>
          </p:nvPr>
        </p:nvSpPr>
        <p:spPr>
          <a:xfrm>
            <a:off x="850392" y="1371600"/>
            <a:ext cx="10570464" cy="778166"/>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We also test Omnivoice real time factor and memory utilization to confirm capability for deployment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dirty="0"/>
          </a:p>
        </p:txBody>
      </p:sp>
      <p:pic>
        <p:nvPicPr>
          <p:cNvPr id="1009" name="Picture 8">
            <a:extLst>
              <a:ext uri="{FF2B5EF4-FFF2-40B4-BE49-F238E27FC236}">
                <a16:creationId xmlns:a16="http://schemas.microsoft.com/office/drawing/2014/main" id="{5D6E4E25-0C34-50CE-8C3F-449E69AE59AC}"/>
              </a:ext>
            </a:extLst>
          </p:cNvPr>
          <p:cNvPicPr>
            <a:picLocks noChangeAspect="1"/>
          </p:cNvPicPr>
          <p:nvPr/>
        </p:nvPicPr>
        <p:blipFill>
          <a:blip r:embed="rId2"/>
          <a:stretch>
            <a:fillRect/>
          </a:stretch>
        </p:blipFill>
        <p:spPr>
          <a:xfrm>
            <a:off x="3503676" y="1871193"/>
            <a:ext cx="5181600" cy="3938574"/>
          </a:xfrm>
          <a:prstGeom prst="rect">
            <a:avLst/>
          </a:prstGeom>
        </p:spPr>
      </p:pic>
      <p:sp>
        <p:nvSpPr>
          <p:cNvPr id="1010" name="Footnote citations"/>
          <p:cNvSpPr txBox="1"/>
          <p:nvPr/>
        </p:nvSpPr>
        <p:spPr>
          <a:xfrm>
            <a:off x="228600" y="3840480"/>
            <a:ext cx="3200400" cy="292608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Qwen3-TTS: </a:t>
            </a:r>
            <a:r>
              <a:rPr lang="en-US" sz="900" dirty="0">
                <a:solidFill>
                  <a:srgbClr val="595959"/>
                </a:solidFill>
                <a:latin typeface="FS PF BeauSans Pro"/>
                <a:ea typeface="FS PF BeauSans Pro"/>
                <a:cs typeface="FS PF BeauSans Pro"/>
              </a:rPr>
              <a:t>Qwen Team, arXiv:2601.15621, 2026</a:t>
            </a:r>
          </a:p>
          <a:p>
            <a:pPr>
              <a:buNone/>
            </a:pPr>
            <a:r>
              <a:rPr lang="en-US" sz="900" b="1" dirty="0">
                <a:solidFill>
                  <a:srgbClr val="595959"/>
                </a:solidFill>
                <a:latin typeface="FS PF BeauSans Pro"/>
                <a:ea typeface="FS PF BeauSans Pro"/>
                <a:cs typeface="FS PF BeauSans Pro"/>
              </a:rPr>
              <a:t>F5-TTS: </a:t>
            </a:r>
            <a:r>
              <a:rPr lang="en-US" sz="900" dirty="0">
                <a:solidFill>
                  <a:srgbClr val="595959"/>
                </a:solidFill>
                <a:latin typeface="FS PF BeauSans Pro"/>
                <a:ea typeface="FS PF BeauSans Pro"/>
                <a:cs typeface="FS PF BeauSans Pro"/>
              </a:rPr>
              <a:t>Chen et al., arXiv:2410.06885, 2024</a:t>
            </a:r>
          </a:p>
        </p:txBody>
      </p:sp>
      <p:sp>
        <p:nvSpPr>
          <p:cNvPr id="3" name="TextBox 2">
            <a:extLst>
              <a:ext uri="{FF2B5EF4-FFF2-40B4-BE49-F238E27FC236}">
                <a16:creationId xmlns:a16="http://schemas.microsoft.com/office/drawing/2014/main" id="{93104219-0CC8-33B7-1002-534A377B273B}"/>
              </a:ext>
            </a:extLst>
          </p:cNvPr>
          <p:cNvSpPr txBox="1"/>
          <p:nvPr/>
        </p:nvSpPr>
        <p:spPr>
          <a:xfrm>
            <a:off x="4178381" y="5809767"/>
            <a:ext cx="3916457" cy="307777"/>
          </a:xfrm>
          <a:prstGeom prst="rect">
            <a:avLst/>
          </a:prstGeom>
          <a:noFill/>
        </p:spPr>
        <p:txBody>
          <a:bodyPr wrap="none" rtlCol="0">
            <a:spAutoFit/>
          </a:bodyPr>
          <a:lstStyle/>
          <a:p>
            <a:r>
              <a:rPr lang="en-US" dirty="0"/>
              <a:t>Table 7: Benchmark deployment on A100 GPU</a:t>
            </a:r>
          </a:p>
        </p:txBody>
      </p:sp>
    </p:spTree>
    <p:extLst>
      <p:ext uri="{BB962C8B-B14F-4D97-AF65-F5344CB8AC3E}">
        <p14:creationId xmlns:p14="http://schemas.microsoft.com/office/powerpoint/2010/main" val="584723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Conclusion</a:t>
            </a:r>
          </a:p>
        </p:txBody>
      </p:sp>
      <p:sp>
        <p:nvSpPr>
          <p:cNvPr id="148" name="Google Shape;148;p10"/>
          <p:cNvSpPr txBox="1">
            <a:spLocks noGrp="1"/>
          </p:cNvSpPr>
          <p:nvPr>
            <p:ph type="body" idx="1"/>
          </p:nvPr>
        </p:nvSpPr>
        <p:spPr>
          <a:xfrm>
            <a:off x="850392" y="1371600"/>
            <a:ext cx="10570464" cy="1855384"/>
          </a:xfrm>
          <a:prstGeom prst="rect">
            <a:avLst/>
          </a:prstGeom>
          <a:noFill/>
          <a:ln>
            <a:noFill/>
          </a:ln>
        </p:spPr>
        <p:txBody>
          <a:bodyPr spcFirstLastPara="1" wrap="square" lIns="91425" tIns="91425" rIns="91425" bIns="91425" anchor="t" anchorCtr="0">
            <a:noAutofit/>
          </a:bodyPr>
          <a:lstStyle/>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Nonverbal element to enhance the naturalness of TTS system, suitable for expand our TTS and incorporate with agentic conversation</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Create a pipeline for automatically create TTS + NVV dataset</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Finetune a model to speak with NV element effectively</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Test our model on real server for deployment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1"/>
          <p:cNvSpPr txBox="1">
            <a:spLocks noGrp="1"/>
          </p:cNvSpPr>
          <p:nvPr>
            <p:ph type="ctrTitle"/>
          </p:nvPr>
        </p:nvSpPr>
        <p:spPr>
          <a:xfrm flipH="1">
            <a:off x="2632200" y="1832256"/>
            <a:ext cx="6927600" cy="1820400"/>
          </a:xfrm>
          <a:prstGeom prst="rect">
            <a:avLst/>
          </a:prstGeom>
          <a:noFill/>
          <a:ln>
            <a:noFill/>
          </a:ln>
        </p:spPr>
        <p:txBody>
          <a:bodyPr spcFirstLastPara="1" wrap="square" lIns="121900" tIns="121900" rIns="121900" bIns="121900" anchor="b" anchorCtr="0">
            <a:noAutofit/>
          </a:bodyPr>
          <a:lstStyle/>
          <a:p>
            <a:pPr marL="0" marR="0" lvl="0" indent="0" algn="l" rtl="0">
              <a:lnSpc>
                <a:spcPct val="100000"/>
              </a:lnSpc>
              <a:spcBef>
                <a:spcPts val="0"/>
              </a:spcBef>
              <a:spcAft>
                <a:spcPts val="0"/>
              </a:spcAft>
              <a:buClr>
                <a:srgbClr val="000000"/>
              </a:buClr>
              <a:buSzPts val="4800"/>
              <a:buFont typeface="Arial"/>
              <a:buNone/>
            </a:pPr>
            <a:r>
              <a:rPr lang="en-US" sz="6000" b="1" dirty="0">
                <a:solidFill>
                  <a:srgbClr val="FF0000"/>
                </a:solidFill>
                <a:latin typeface="FS Magistral Bold" panose="020B0804030204080304" pitchFamily="34" charset="0"/>
                <a:ea typeface="Roboto"/>
                <a:cs typeface="Roboto"/>
                <a:sym typeface="Roboto"/>
              </a:rPr>
              <a:t>Thank you</a:t>
            </a:r>
            <a:br>
              <a:rPr lang="en-US" sz="6000" b="1" dirty="0">
                <a:solidFill>
                  <a:srgbClr val="FF0000"/>
                </a:solidFill>
                <a:latin typeface="FS Magistral Bold" panose="020B0804030204080304" pitchFamily="34" charset="0"/>
                <a:ea typeface="Roboto"/>
                <a:cs typeface="Roboto"/>
                <a:sym typeface="Roboto"/>
              </a:rPr>
            </a:br>
            <a:r>
              <a:rPr lang="en-US" sz="6000" b="1" dirty="0">
                <a:solidFill>
                  <a:srgbClr val="FF0000"/>
                </a:solidFill>
                <a:latin typeface="FS Magistral Bold" panose="020B0804030204080304" pitchFamily="34" charset="0"/>
                <a:ea typeface="Roboto"/>
                <a:cs typeface="Roboto"/>
                <a:sym typeface="Roboto"/>
              </a:rPr>
              <a:t>for listening</a:t>
            </a:r>
            <a:r>
              <a:rPr lang="en-US" sz="6000" b="1" i="0" u="none" strike="noStrike" cap="none" dirty="0">
                <a:solidFill>
                  <a:srgbClr val="FF0000"/>
                </a:solidFill>
                <a:latin typeface="FS Magistral Bold" panose="020B0804030204080304" pitchFamily="34" charset="0"/>
                <a:ea typeface="Roboto"/>
                <a:cs typeface="Roboto"/>
                <a:sym typeface="Roboto"/>
              </a:rPr>
              <a:t> </a:t>
            </a:r>
            <a:endParaRPr sz="6000" b="1" i="0" u="none" strike="noStrike" cap="none" dirty="0">
              <a:solidFill>
                <a:srgbClr val="FF0000"/>
              </a:solidFill>
              <a:latin typeface="FS Magistral Bold" panose="020B0804030204080304" pitchFamily="34" charset="0"/>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NVV clip pool</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Sources</a:t>
            </a:r>
            <a:r>
              <a:rPr lang="en-US" sz="1500" dirty="0">
                <a:latin typeface="FS PF BeauSans Pro"/>
                <a:ea typeface="FS PF BeauSans Pro"/>
                <a:cs typeface="FS PF BeauSans Pro"/>
              </a:rPr>
              <a:t>: VocalSound (test + validation splits only, so a classifier trained on its train split can still score our output), Deeply Nonverbal Vocalization, FSD50K and events cut from the tagged NVS-38K corpus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Locating events</a:t>
            </a:r>
            <a:r>
              <a:rPr lang="en-US" sz="1500" dirty="0">
                <a:latin typeface="FS PF BeauSans Pro"/>
                <a:ea typeface="FS PF BeauSans Pro"/>
                <a:cs typeface="FS PF BeauSans Pro"/>
              </a:rPr>
              <a:t>: NVS-38K captions are force-aligned (Qwen3-ForcedAligner) only to confirm the tag lies within 1 s of the dataset's own non-verbal region, which is what we cut; FSD50K clip labels are localised with FlexSED frame posteriors (≥ 0.5, gaps ≤ 0.3 s merged)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Trimming</a:t>
            </a:r>
            <a:r>
              <a:rPr lang="en-US" sz="1500" dirty="0">
                <a:latin typeface="FS PF BeauSans Pro"/>
                <a:ea typeface="FS PF BeauSans Pro"/>
                <a:cs typeface="FS PF BeauSans Pro"/>
              </a:rPr>
              <a:t>: edges tightened to the frame energy within ±0.2 s, then padded by 75 ms and faded by 10 ms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Kept only if</a:t>
            </a:r>
            <a:r>
              <a:rPr lang="en-US" sz="1500" dirty="0">
                <a:latin typeface="FS PF BeauSans Pro"/>
                <a:ea typeface="FS PF BeauSans Pro"/>
                <a:cs typeface="FS PF BeauSans Pro"/>
              </a:rPr>
              <a:t>: FlexSED scores its class ≥ 0.5 and no VocalSound class higher; no other labelled sound ≥ 0.5 over it; Qwen3-ASR hears no word; length is plausible for the class (e.g. 0.2–2.5 s breathing, 0.8–4.0 s yawn); SNR ≥ 6 dB; ≤ 0.1% clipped samples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Result</a:t>
            </a:r>
            <a:r>
              <a:rPr lang="en-US" sz="1500" dirty="0">
                <a:latin typeface="FS PF BeauSans Pro"/>
                <a:ea typeface="FS PF BeauSans Pro"/>
                <a:cs typeface="FS PF BeauSans Pro"/>
              </a:rPr>
              <a:t>: 14 classes, 6 from VocalSound and 8 added from the other sources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a:p>
            <a:pPr>
              <a:buNone/>
            </a:pPr>
            <a:r>
              <a:rPr lang="en-US" sz="900" b="1" dirty="0">
                <a:solidFill>
                  <a:srgbClr val="595959"/>
                </a:solidFill>
                <a:latin typeface="FS PF BeauSans Pro"/>
                <a:ea typeface="FS PF BeauSans Pro"/>
                <a:cs typeface="FS PF BeauSans Pro"/>
              </a:rPr>
              <a:t>VocalSound: </a:t>
            </a:r>
            <a:r>
              <a:rPr lang="en-US" sz="900" dirty="0">
                <a:solidFill>
                  <a:srgbClr val="595959"/>
                </a:solidFill>
                <a:latin typeface="FS PF BeauSans Pro"/>
                <a:ea typeface="FS PF BeauSans Pro"/>
                <a:cs typeface="FS PF BeauSans Pro"/>
              </a:rPr>
              <a:t>Gong et al., ICASSP 2022</a:t>
            </a:r>
          </a:p>
          <a:p>
            <a:pPr>
              <a:buNone/>
            </a:pPr>
            <a:r>
              <a:rPr lang="en-US" sz="900" b="1" dirty="0">
                <a:solidFill>
                  <a:srgbClr val="595959"/>
                </a:solidFill>
                <a:latin typeface="FS PF BeauSans Pro"/>
                <a:ea typeface="FS PF BeauSans Pro"/>
                <a:cs typeface="FS PF BeauSans Pro"/>
              </a:rPr>
              <a:t>FSD50K: </a:t>
            </a:r>
            <a:r>
              <a:rPr lang="en-US" sz="900" dirty="0">
                <a:solidFill>
                  <a:srgbClr val="595959"/>
                </a:solidFill>
                <a:latin typeface="FS PF BeauSans Pro"/>
                <a:ea typeface="FS PF BeauSans Pro"/>
                <a:cs typeface="FS PF BeauSans Pro"/>
              </a:rPr>
              <a:t>Fonseca et al., IEEE/ACM TASLP 2022</a:t>
            </a:r>
          </a:p>
        </p:txBody>
      </p:sp>
    </p:spTree>
    <p:extLst>
      <p:ext uri="{BB962C8B-B14F-4D97-AF65-F5344CB8AC3E}">
        <p14:creationId xmlns:p14="http://schemas.microsoft.com/office/powerpoint/2010/main" val="5847235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Slot finding</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Why pauses first</a:t>
            </a:r>
            <a:r>
              <a:rPr lang="en-US" sz="1500" dirty="0">
                <a:latin typeface="FS PF BeauSans Pro"/>
                <a:ea typeface="FS PF BeauSans Pro"/>
                <a:cs typeface="FS PF BeauSans Pro"/>
              </a:rPr>
              <a:t>: following SynParaSpeech, find where an NVV could go before choosing; placing a tag first and aligning it later put the nearest real pause a median 2.02 s away on a 20-utterance pilot</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Pauses</a:t>
            </a:r>
            <a:r>
              <a:rPr lang="en-US" sz="1500" dirty="0">
                <a:latin typeface="FS PF BeauSans Pro"/>
                <a:ea typeface="FS PF BeauSans Pro"/>
                <a:cs typeface="FS PF BeauSans Pro"/>
              </a:rPr>
              <a:t>: Silero VAD finds speech regions; regions &lt; 0.10 s apart are merged (stop closures and glottal breaks are not pauses); gaps are trimmed by 0.05 s each side and kept if ≥ 0.12 s; silence before the first and after the last word is ignored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Word boundaries</a:t>
            </a:r>
            <a:r>
              <a:rPr lang="en-US" sz="1500" dirty="0">
                <a:latin typeface="FS PF BeauSans Pro"/>
                <a:ea typeface="FS PF BeauSans Pro"/>
                <a:cs typeface="FS PF BeauSans Pro"/>
              </a:rPr>
              <a:t>: ViVoice transcripts have no timing, so Qwen3-ForcedAligner aligns the untagged transcript to the audio</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Slots</a:t>
            </a:r>
            <a:r>
              <a:rPr lang="en-US" sz="1500" dirty="0">
                <a:latin typeface="FS PF BeauSans Pro"/>
                <a:ea typeface="FS PF BeauSans Pro"/>
                <a:cs typeface="FS PF BeauSans Pro"/>
              </a:rPr>
              <a:t>: a pause overlapping the gap between two aligned words becomes a slot (the longer one if two share a gap); each slot stores its midpoint and the character offset of the next word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Safety</a:t>
            </a:r>
            <a:r>
              <a:rPr lang="en-US" sz="1500" dirty="0">
                <a:latin typeface="FS PF BeauSans Pro"/>
                <a:ea typeface="FS PF BeauSans Pro"/>
                <a:cs typeface="FS PF BeauSans Pro"/>
              </a:rPr>
              <a:t>: if any word cannot be matched back to the transcript in order, the utterance gets no slots and is skipped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SynParaSpeech: </a:t>
            </a:r>
            <a:r>
              <a:rPr lang="en-US" sz="900" dirty="0">
                <a:solidFill>
                  <a:srgbClr val="595959"/>
                </a:solidFill>
                <a:latin typeface="FS PF BeauSans Pro"/>
                <a:ea typeface="FS PF BeauSans Pro"/>
                <a:cs typeface="FS PF BeauSans Pro"/>
              </a:rPr>
              <a:t>Bai et al., arXiv:2509.14946, 2025</a:t>
            </a:r>
          </a:p>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Tree>
    <p:extLst>
      <p:ext uri="{BB962C8B-B14F-4D97-AF65-F5344CB8AC3E}">
        <p14:creationId xmlns:p14="http://schemas.microsoft.com/office/powerpoint/2010/main" val="5847235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Tag selection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Model</a:t>
            </a:r>
            <a:r>
              <a:rPr lang="en-US" sz="1500" dirty="0">
                <a:latin typeface="FS PF BeauSans Pro"/>
                <a:ea typeface="FS PF BeauSans Pro"/>
                <a:cs typeface="FS PF BeauSans Pro"/>
              </a:rPr>
              <a:t>: Qwen3-Omni-30B-A3B-Instruct, served locally with vLLM; it receives the recording and the transcript with numbered slot markers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Task</a:t>
            </a:r>
            <a:r>
              <a:rPr lang="en-US" sz="1500" dirty="0">
                <a:latin typeface="FS PF BeauSans Pro"/>
                <a:ea typeface="FS PF BeauSans Pro"/>
                <a:cs typeface="FS PF BeauSans Pro"/>
              </a:rPr>
              <a:t>: listen to the delivery and answer in JSON with the one slot where a non-verbal sound is most plausible and the one tag that fits, or {"slot": null} if none suits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Decoding</a:t>
            </a:r>
            <a:r>
              <a:rPr lang="en-US" sz="1500" dirty="0">
                <a:latin typeface="FS PF BeauSans Pro"/>
                <a:ea typeface="FS PF BeauSans Pro"/>
                <a:cs typeface="FS PF BeauSans Pro"/>
              </a:rPr>
              <a:t>: temperature 0.2, top-p 0.95; an invalid reply is retried (up to 3 attempts); a null answer skips the utterance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Alignment by construction</a:t>
            </a:r>
            <a:r>
              <a:rPr lang="en-US" sz="1500" dirty="0">
                <a:latin typeface="FS PF BeauSans Pro"/>
                <a:ea typeface="FS PF BeauSans Pro"/>
                <a:cs typeface="FS PF BeauSans Pro"/>
              </a:rPr>
              <a:t>: the LLM never writes transcript text; the tag is inserted in code at the chosen slot and the audio is spliced at the same slot</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Tag balancer</a:t>
            </a:r>
            <a:r>
              <a:rPr lang="en-US" sz="1500" dirty="0">
                <a:latin typeface="FS PF BeauSans Pro"/>
                <a:ea typeface="FS PF BeauSans Pro"/>
                <a:cs typeface="FS PF BeauSans Pro"/>
              </a:rPr>
              <a:t>: left alone the model picks mostly laughter and sigh, so tags holding too large a share of assignments are withheld until the others catch up</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spTree>
    <p:extLst>
      <p:ext uri="{BB962C8B-B14F-4D97-AF65-F5344CB8AC3E}">
        <p14:creationId xmlns:p14="http://schemas.microsoft.com/office/powerpoint/2010/main" val="5847235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Clip selection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Pre-filter</a:t>
            </a:r>
            <a:r>
              <a:rPr lang="en-US" sz="1500" dirty="0">
                <a:latin typeface="FS PF BeauSans Pro"/>
                <a:ea typeface="FS PF BeauSans Pro"/>
                <a:cs typeface="FS PF BeauSans Pro"/>
              </a:rPr>
              <a:t>: clips with peak &lt; 0.05, shorter than 0.35 s after trimming, or &gt; 1% samples at full scale are excluded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Four measures</a:t>
            </a:r>
            <a:r>
              <a:rPr lang="en-US" sz="1500" dirty="0">
                <a:latin typeface="FS PF BeauSans Pro"/>
                <a:ea typeface="FS PF BeauSans Pro"/>
                <a:cs typeface="FS PF BeauSans Pro"/>
              </a:rPr>
              <a:t>, on the clip and on the 2.5 s of speech before the cut: intensity (crest-factor and duration rank vs. the speaker's loudness rank), clarity (SNR from the 90th/10th percentile of 20 ms frame RMS), tempo (envelope peaks per second, laughter only), tilt (slope of the log envelope)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Not matched</a:t>
            </a:r>
            <a:r>
              <a:rPr lang="en-US" sz="1500" dirty="0">
                <a:latin typeface="FS PF BeauSans Pro"/>
                <a:ea typeface="FS PF BeauSans Pro"/>
                <a:cs typeface="FS PF BeauSans Pro"/>
              </a:rPr>
              <a:t>: timbre and pitch, because voice conversion rebuilds them</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Weighting</a:t>
            </a:r>
            <a:r>
              <a:rPr lang="en-US" sz="1500" dirty="0">
                <a:latin typeface="FS PF BeauSans Pro"/>
                <a:ea typeface="FS PF BeauSans Pro"/>
                <a:cs typeface="FS PF BeauSans Pro"/>
              </a:rPr>
              <a:t>: each distance d is divided by a tolerance (0.35 rank, 12 dB, 1 octave, 18 dB) and weighted by w = 1.0, 1.5, 1.0, 0.5; a clip is drawn with probability proportional to exp(−Σ w·d)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Sampling, not nearest</a:t>
            </a:r>
            <a:r>
              <a:rPr lang="en-US" sz="1500" dirty="0">
                <a:latin typeface="FS PF BeauSans Pro"/>
                <a:ea typeface="FS PF BeauSans Pro"/>
                <a:cs typeface="FS PF BeauSans Pro"/>
              </a:rPr>
              <a:t>: every usable clip stays in play, and the intensity target is drawn around the speaker's own rank, so a soft-spoken speaker still sometimes gets a loud laugh</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Voice conversion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Pre-processing</a:t>
            </a:r>
            <a:r>
              <a:rPr lang="en-US" sz="1500" dirty="0">
                <a:latin typeface="FS PF BeauSans Pro"/>
                <a:ea typeface="FS PF BeauSans Pro"/>
                <a:cs typeface="FS PF BeauSans Pro"/>
              </a:rPr>
              <a:t>: the clip is trimmed of silence, peak-normalised to 0.95 and zero-padded to at least 1 s, as Seed-VC's input chunking requires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Conversion</a:t>
            </a:r>
            <a:r>
              <a:rPr lang="en-US" sz="1500" dirty="0">
                <a:latin typeface="FS PF BeauSans Pro"/>
                <a:ea typeface="FS PF BeauSans Pro"/>
                <a:cs typeface="FS PF BeauSans Pro"/>
              </a:rPr>
              <a:t>: Seed-VC v1, 50 diffusion steps, classifier-free guidance 0.7, length adjustment 1.0, at 22.05 kHz; the output is trimmed again</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Voice reference</a:t>
            </a:r>
            <a:r>
              <a:rPr lang="en-US" sz="1500" dirty="0">
                <a:latin typeface="FS PF BeauSans Pro"/>
                <a:ea typeface="FS PF BeauSans Pro"/>
                <a:cs typeface="FS PF BeauSans Pro"/>
              </a:rPr>
              <a:t>: the host utterance itself, so the event takes on the host speaker's timbre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Pitch conditioning off</a:t>
            </a:r>
            <a:r>
              <a:rPr lang="en-US" sz="1500" dirty="0">
                <a:latin typeface="FS PF BeauSans Pro"/>
                <a:ea typeface="FS PF BeauSans Pro"/>
                <a:cs typeface="FS PF BeauSans Pro"/>
              </a:rPr>
              <a:t>: its pitch tracker (RMVPE) is built for speech and singing and fails on coughs, sniffs and throat clearing</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Not seeded</a:t>
            </a:r>
            <a:r>
              <a:rPr lang="en-US" sz="1500" dirty="0">
                <a:latin typeface="FS PF BeauSans Pro"/>
                <a:ea typeface="FS PF BeauSans Pro"/>
                <a:cs typeface="FS PF BeauSans Pro"/>
              </a:rPr>
              <a:t>: diffusion is random, so a take rejected by the filter can simply be re-rendered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spTree>
    <p:extLst>
      <p:ext uri="{BB962C8B-B14F-4D97-AF65-F5344CB8AC3E}">
        <p14:creationId xmlns:p14="http://schemas.microsoft.com/office/powerpoint/2010/main" val="5847235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Splicing</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Loudness</a:t>
            </a:r>
            <a:r>
              <a:rPr lang="en-US" sz="1500" dirty="0">
                <a:latin typeface="FS PF BeauSans Pro"/>
                <a:ea typeface="FS PF BeauSans Pro"/>
                <a:cs typeface="FS PF BeauSans Pro"/>
              </a:rPr>
              <a:t>: event RMS set to that of the 2.5 s of speech before the cut plus a per-class offset (laughter +3 dB, sneeze +4, cough +2, throat clearing −2, sigh −4, sniff −5); peak capped at 1.5× the speech's 99.9th percentile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Cut and fades</a:t>
            </a:r>
            <a:r>
              <a:rPr lang="en-US" sz="1500" dirty="0">
                <a:latin typeface="FS PF BeauSans Pro"/>
                <a:ea typeface="FS PF BeauSans Pro"/>
                <a:cs typeface="FS PF BeauSans Pro"/>
              </a:rPr>
              <a:t>: the recording is cut at the slot midpoint; 50 ms exponential fades on all four edges keep the sharp onset of a laugh or cough that a cosine fade would soften</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Pause targets</a:t>
            </a:r>
            <a:r>
              <a:rPr lang="en-US" sz="1500" dirty="0">
                <a:latin typeface="FS PF BeauSans Pro"/>
                <a:ea typeface="FS PF BeauSans Pro"/>
                <a:cs typeface="FS PF BeauSans Pro"/>
              </a:rPr>
              <a:t>: T_pre = Tp · s_g · s_pre(c), T_post = Tp · s_g · s_post(c), with Tp the speaker's median pause (0.04–0.40 s); events that empty the lungs get a longer beat after, e.g. laughter (0.6, 1.4), sigh (0.5, 1.2)</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Never shorten</a:t>
            </a:r>
            <a:r>
              <a:rPr lang="en-US" sz="1500" dirty="0">
                <a:latin typeface="FS PF BeauSans Pro"/>
                <a:ea typeface="FS PF BeauSans Pro"/>
                <a:cs typeface="FS PF BeauSans Pro"/>
              </a:rPr>
              <a:t>: only max(0, T − T_existing) of silence is added, filled with the recording's own quietest 100 ms (generated white noise audibly hissed)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Output</a:t>
            </a:r>
            <a:r>
              <a:rPr lang="en-US" sz="1500" dirty="0">
                <a:latin typeface="FS PF BeauSans Pro"/>
                <a:ea typeface="FS PF BeauSans Pro"/>
                <a:cs typeface="FS PF BeauSans Pro"/>
              </a:rPr>
              <a:t>: peak-normalised to 0.95, 16-bit PCM at 22.05 kHz, with the tag inserted at the same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Filter</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Scorer</a:t>
            </a:r>
            <a:r>
              <a:rPr lang="en-US" sz="1500" dirty="0">
                <a:latin typeface="FS PF BeauSans Pro"/>
                <a:ea typeface="FS PF BeauSans Pro"/>
                <a:cs typeface="FS PF BeauSans Pro"/>
              </a:rPr>
              <a:t>: NISQA v2.0, a no-reference predictor of MOS and four quality dimensions, run on both the source and the spliced recording</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Kept if</a:t>
            </a:r>
            <a:r>
              <a:rPr lang="en-US" sz="1500" dirty="0">
                <a:latin typeface="FS PF BeauSans Pro"/>
                <a:ea typeface="FS PF BeauSans Pro"/>
                <a:cs typeface="FS PF BeauSans Pro"/>
              </a:rPr>
              <a:t>: MOS drops by ≤ 0.5, discontinuity drops by ≤ 0.22 (an audible seam at the splice), and boundary activity at the cut is ≤ 1.2</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Boundary activity</a:t>
            </a:r>
            <a:r>
              <a:rPr lang="en-US" sz="1500" dirty="0">
                <a:latin typeface="FS PF BeauSans Pro"/>
                <a:ea typeface="FS PF BeauSans Pro"/>
                <a:cs typeface="FS PF BeauSans Pro"/>
              </a:rPr>
              <a:t>: RMS of the 50 ms on each side of the cut ÷ RMS of that whole side, on the source (0 = cut in silence, ≈ 1 = cut in speech); catches cuts inside loud speech that the fades hide from NISQA</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Drops, not absolute scores</a:t>
            </a:r>
            <a:r>
              <a:rPr lang="en-US" sz="1500" dirty="0">
                <a:latin typeface="FS PF BeauSans Pro"/>
                <a:ea typeface="FS PF BeauSans Pro"/>
                <a:cs typeface="FS PF BeauSans Pro"/>
              </a:rPr>
              <a:t>: an absolute floor would mostly measure how clean the source corpus was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Calibration</a:t>
            </a:r>
            <a:r>
              <a:rPr lang="en-US" sz="1500" dirty="0">
                <a:latin typeface="FS PF BeauSans Pro"/>
                <a:ea typeface="FS PF BeauSans Pro"/>
                <a:cs typeface="FS PF BeauSans Pro"/>
              </a:rPr>
              <a:t>: thresholds set on a 20-utterance pilot (MOS threshold removes one clear outlier; the others chosen by listening)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spTree>
    <p:extLst>
      <p:ext uri="{BB962C8B-B14F-4D97-AF65-F5344CB8AC3E}">
        <p14:creationId xmlns:p14="http://schemas.microsoft.com/office/powerpoint/2010/main" val="58472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References</a:t>
            </a:r>
          </a:p>
        </p:txBody>
      </p:sp>
      <p:sp>
        <p:nvSpPr>
          <p:cNvPr id="148" name="Google Shape;148;p10"/>
          <p:cNvSpPr txBox="1">
            <a:spLocks noGrp="1"/>
          </p:cNvSpPr>
          <p:nvPr>
            <p:ph type="body" idx="1"/>
          </p:nvPr>
        </p:nvSpPr>
        <p:spPr>
          <a:xfrm>
            <a:off x="411480" y="1234440"/>
            <a:ext cx="5577840" cy="4937760"/>
          </a:xfrm>
          <a:prstGeom prst="rect">
            <a:avLst/>
          </a:prstGeom>
          <a:noFill/>
          <a:ln>
            <a:noFill/>
          </a:ln>
        </p:spPr>
        <p:txBody>
          <a:bodyPr spcFirstLastPara="1" wrap="square" lIns="91425" tIns="91425" rIns="91425" bIns="91425" anchor="t" anchorCtr="0">
            <a:noAutofit/>
          </a:bodyPr>
          <a:lstStyle/>
          <a:p>
            <a:pPr marL="365760" indent="-365760">
              <a:spcAft>
                <a:spcPts val="500"/>
              </a:spcAft>
              <a:buNone/>
            </a:pPr>
            <a:r>
              <a:rPr lang="en-US" sz="1000" b="1" dirty="0">
                <a:solidFill>
                  <a:srgbClr val="EE0033"/>
                </a:solidFill>
                <a:latin typeface="FS PF BeauSans Pro"/>
                <a:ea typeface="FS PF BeauSans Pro"/>
                <a:cs typeface="FS PF BeauSans Pro"/>
              </a:rPr>
              <a:t>[1]	</a:t>
            </a:r>
            <a:r>
              <a:rPr lang="en-US" sz="1000" dirty="0">
                <a:solidFill>
                  <a:srgbClr val="262626"/>
                </a:solidFill>
                <a:latin typeface="FS PF BeauSans Pro"/>
                <a:ea typeface="FS PF BeauSans Pro"/>
                <a:cs typeface="FS PF BeauSans Pro"/>
              </a:rPr>
              <a:t>H. Zhu, L. Ye, W. Kang, Z. Yao, L. Guo, F. Kuang, Z. Han, W. Zhuang, L. Lin, D. Povey. OmniVoice: Towards Omnilingual Zero-Shot Text-to-Speech with Diffusion Language Models. arXiv:2604.00688, 2026.</a:t>
            </a:r>
          </a:p>
          <a:p>
            <a:pPr marL="365760" indent="-365760">
              <a:spcAft>
                <a:spcPts val="500"/>
              </a:spcAft>
              <a:buNone/>
            </a:pPr>
            <a:r>
              <a:rPr lang="en-US" sz="1000" b="1" dirty="0">
                <a:solidFill>
                  <a:srgbClr val="EE0033"/>
                </a:solidFill>
                <a:latin typeface="FS PF BeauSans Pro"/>
                <a:ea typeface="FS PF BeauSans Pro"/>
                <a:cs typeface="FS PF BeauSans Pro"/>
              </a:rPr>
              <a:t>[2]	</a:t>
            </a:r>
            <a:r>
              <a:rPr lang="en-US" sz="1000" dirty="0">
                <a:solidFill>
                  <a:srgbClr val="262626"/>
                </a:solidFill>
                <a:latin typeface="FS PF BeauSans Pro"/>
                <a:ea typeface="FS PF BeauSans Pro"/>
                <a:cs typeface="FS PF BeauSans Pro"/>
              </a:rPr>
              <a:t>Qwen Team. Qwen3-Omni Technical Report. arXiv:2509.17765, 2025.</a:t>
            </a:r>
          </a:p>
          <a:p>
            <a:pPr marL="365760" indent="-365760">
              <a:spcAft>
                <a:spcPts val="500"/>
              </a:spcAft>
              <a:buNone/>
            </a:pPr>
            <a:r>
              <a:rPr lang="en-US" sz="1000" b="1" dirty="0">
                <a:solidFill>
                  <a:srgbClr val="EE0033"/>
                </a:solidFill>
                <a:latin typeface="FS PF BeauSans Pro"/>
                <a:ea typeface="FS PF BeauSans Pro"/>
                <a:cs typeface="FS PF BeauSans Pro"/>
              </a:rPr>
              <a:t>[3]	</a:t>
            </a:r>
            <a:r>
              <a:rPr lang="en-US" sz="1000" dirty="0">
                <a:solidFill>
                  <a:srgbClr val="262626"/>
                </a:solidFill>
                <a:latin typeface="FS PF BeauSans Pro"/>
                <a:ea typeface="FS PF BeauSans Pro"/>
                <a:cs typeface="FS PF BeauSans Pro"/>
              </a:rPr>
              <a:t>Qwen Team. Qwen3-ASR Technical Report (incl. Qwen3-ForcedAligner). arXiv:2601.21337, 2026.</a:t>
            </a:r>
          </a:p>
          <a:p>
            <a:pPr marL="365760" indent="-365760">
              <a:spcAft>
                <a:spcPts val="500"/>
              </a:spcAft>
              <a:buNone/>
            </a:pPr>
            <a:r>
              <a:rPr lang="en-US" sz="1000" b="1" dirty="0">
                <a:solidFill>
                  <a:srgbClr val="EE0033"/>
                </a:solidFill>
                <a:latin typeface="FS PF BeauSans Pro"/>
                <a:ea typeface="FS PF BeauSans Pro"/>
                <a:cs typeface="FS PF BeauSans Pro"/>
              </a:rPr>
              <a:t>[4]	</a:t>
            </a:r>
            <a:r>
              <a:rPr lang="en-US" sz="1000" dirty="0">
                <a:solidFill>
                  <a:srgbClr val="262626"/>
                </a:solidFill>
                <a:latin typeface="FS PF BeauSans Pro"/>
                <a:ea typeface="FS PF BeauSans Pro"/>
                <a:cs typeface="FS PF BeauSans Pro"/>
              </a:rPr>
              <a:t>Silero Team. Silero VAD: pre-trained enterprise-grade Voice Activity Detector. github.com/snakers4/silero-vad, 2024.</a:t>
            </a:r>
          </a:p>
          <a:p>
            <a:pPr marL="365760" indent="-365760">
              <a:spcAft>
                <a:spcPts val="500"/>
              </a:spcAft>
              <a:buNone/>
            </a:pPr>
            <a:r>
              <a:rPr lang="en-US" sz="1000" b="1" dirty="0">
                <a:solidFill>
                  <a:srgbClr val="EE0033"/>
                </a:solidFill>
                <a:latin typeface="FS PF BeauSans Pro"/>
                <a:ea typeface="FS PF BeauSans Pro"/>
                <a:cs typeface="FS PF BeauSans Pro"/>
              </a:rPr>
              <a:t>[5]	</a:t>
            </a:r>
            <a:r>
              <a:rPr lang="en-US" sz="1000" dirty="0">
                <a:solidFill>
                  <a:srgbClr val="262626"/>
                </a:solidFill>
                <a:latin typeface="FS PF BeauSans Pro"/>
                <a:ea typeface="FS PF BeauSans Pro"/>
                <a:cs typeface="FS PF BeauSans Pro"/>
              </a:rPr>
              <a:t>J. Hai, H. Wang, W. Guo, M. Elhilali. FlexSED: Towards Open-Vocabulary Sound Event Detection. arXiv:2509.18606, 2025.</a:t>
            </a:r>
          </a:p>
          <a:p>
            <a:pPr marL="365760" indent="-365760">
              <a:spcAft>
                <a:spcPts val="500"/>
              </a:spcAft>
              <a:buNone/>
            </a:pPr>
            <a:r>
              <a:rPr lang="en-US" sz="1000" b="1" dirty="0">
                <a:solidFill>
                  <a:srgbClr val="EE0033"/>
                </a:solidFill>
                <a:latin typeface="FS PF BeauSans Pro"/>
                <a:ea typeface="FS PF BeauSans Pro"/>
                <a:cs typeface="FS PF BeauSans Pro"/>
              </a:rPr>
              <a:t>[6]	</a:t>
            </a:r>
            <a:r>
              <a:rPr lang="en-US" sz="1000" dirty="0">
                <a:solidFill>
                  <a:srgbClr val="262626"/>
                </a:solidFill>
                <a:latin typeface="FS PF BeauSans Pro"/>
                <a:ea typeface="FS PF BeauSans Pro"/>
                <a:cs typeface="FS PF BeauSans Pro"/>
              </a:rPr>
              <a:t>S. Liu. Zero-shot Voice Conversion with Diffusion Transformers (Seed-VC). arXiv:2411.09943, 2024.</a:t>
            </a:r>
          </a:p>
          <a:p>
            <a:pPr marL="365760" indent="-365760">
              <a:spcAft>
                <a:spcPts val="500"/>
              </a:spcAft>
              <a:buNone/>
            </a:pPr>
            <a:r>
              <a:rPr lang="en-US" sz="1000" b="1" dirty="0">
                <a:solidFill>
                  <a:srgbClr val="EE0033"/>
                </a:solidFill>
                <a:latin typeface="FS PF BeauSans Pro"/>
                <a:ea typeface="FS PF BeauSans Pro"/>
                <a:cs typeface="FS PF BeauSans Pro"/>
              </a:rPr>
              <a:t>[7]	</a:t>
            </a:r>
            <a:r>
              <a:rPr lang="en-US" sz="1000" dirty="0">
                <a:solidFill>
                  <a:srgbClr val="262626"/>
                </a:solidFill>
                <a:latin typeface="FS PF BeauSans Pro"/>
                <a:ea typeface="FS PF BeauSans Pro"/>
                <a:cs typeface="FS PF BeauSans Pro"/>
              </a:rPr>
              <a:t>G. Mittag, B. Naderi, A. Chehadi, S. Möller. NISQA: A Deep CNN-Self-Attention Model for Multidimensional Speech Quality Prediction with Crowdsourced Datasets. Proc. Interspeech, 2021.</a:t>
            </a:r>
          </a:p>
          <a:p>
            <a:pPr marL="365760" indent="-365760">
              <a:spcAft>
                <a:spcPts val="500"/>
              </a:spcAft>
              <a:buNone/>
            </a:pPr>
            <a:r>
              <a:rPr lang="en-US" sz="1000" b="1" dirty="0">
                <a:solidFill>
                  <a:srgbClr val="EE0033"/>
                </a:solidFill>
                <a:latin typeface="FS PF BeauSans Pro"/>
                <a:ea typeface="FS PF BeauSans Pro"/>
                <a:cs typeface="FS PF BeauSans Pro"/>
              </a:rPr>
              <a:t>[8]	</a:t>
            </a:r>
            <a:r>
              <a:rPr lang="en-US" sz="1000" dirty="0">
                <a:solidFill>
                  <a:srgbClr val="262626"/>
                </a:solidFill>
                <a:latin typeface="FS PF BeauSans Pro"/>
                <a:ea typeface="FS PF BeauSans Pro"/>
                <a:cs typeface="FS PF BeauSans Pro"/>
              </a:rPr>
              <a:t>B. Bai, Q. Lu, et al. SynParaSpeech: Automated Synthesis of Paralinguistic Datasets for Speech Generation and Understanding. arXiv:2509.14946, 2025.</a:t>
            </a:r>
          </a:p>
          <a:p>
            <a:pPr marL="365760" indent="-365760">
              <a:spcAft>
                <a:spcPts val="500"/>
              </a:spcAft>
              <a:buNone/>
            </a:pPr>
            <a:r>
              <a:rPr lang="en-US" sz="1000" b="1" dirty="0">
                <a:solidFill>
                  <a:srgbClr val="EE0033"/>
                </a:solidFill>
                <a:latin typeface="FS PF BeauSans Pro"/>
                <a:ea typeface="FS PF BeauSans Pro"/>
                <a:cs typeface="FS PF BeauSans Pro"/>
              </a:rPr>
              <a:t>[9]	</a:t>
            </a:r>
            <a:r>
              <a:rPr lang="en-US" sz="1000" dirty="0">
                <a:solidFill>
                  <a:srgbClr val="262626"/>
                </a:solidFill>
                <a:latin typeface="FS PF BeauSans Pro"/>
                <a:ea typeface="FS PF BeauSans Pro"/>
                <a:cs typeface="FS PF BeauSans Pro"/>
              </a:rPr>
              <a:t>capleaf. viVoice: Enabling Vietnamese Multi-Speaker Speech Synthesis. huggingface.co/datasets/capleaf/viVoice, 2024.</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dirty="0"/>
          </a:p>
        </p:txBody>
      </p:sp>
      <p:sp>
        <p:nvSpPr>
          <p:cNvPr id="149" name="References (continued)"/>
          <p:cNvSpPr txBox="1"/>
          <p:nvPr/>
        </p:nvSpPr>
        <p:spPr>
          <a:xfrm>
            <a:off x="6172200" y="1234440"/>
            <a:ext cx="5577840" cy="4937760"/>
          </a:xfrm>
          <a:prstGeom prst="rect">
            <a:avLst/>
          </a:prstGeom>
          <a:noFill/>
          <a:ln>
            <a:noFill/>
          </a:ln>
        </p:spPr>
        <p:txBody>
          <a:bodyPr wrap="square" lIns="45720" tIns="45720" rIns="45720" bIns="45720" anchor="t">
            <a:noAutofit/>
          </a:bodyPr>
          <a:lstStyle/>
          <a:p>
            <a:pPr marL="365760" indent="-365760">
              <a:spcAft>
                <a:spcPts val="500"/>
              </a:spcAft>
              <a:buNone/>
            </a:pPr>
            <a:r>
              <a:rPr lang="en-US" sz="1000" b="1" dirty="0">
                <a:solidFill>
                  <a:srgbClr val="EE0033"/>
                </a:solidFill>
                <a:latin typeface="FS PF BeauSans Pro"/>
                <a:ea typeface="FS PF BeauSans Pro"/>
                <a:cs typeface="FS PF BeauSans Pro"/>
              </a:rPr>
              <a:t>[10]	</a:t>
            </a:r>
            <a:r>
              <a:rPr lang="en-US" sz="1000" dirty="0">
                <a:solidFill>
                  <a:srgbClr val="262626"/>
                </a:solidFill>
                <a:latin typeface="FS PF BeauSans Pro"/>
                <a:ea typeface="FS PF BeauSans Pro"/>
                <a:cs typeface="FS PF BeauSans Pro"/>
              </a:rPr>
              <a:t>Y. Gong, J. Yu, J. Glass. VocalSound: A Dataset for Improving Human Vocal Sounds Recognition. Proc. ICASSP, 2022.</a:t>
            </a:r>
          </a:p>
          <a:p>
            <a:pPr marL="365760" indent="-365760">
              <a:spcAft>
                <a:spcPts val="500"/>
              </a:spcAft>
              <a:buNone/>
            </a:pPr>
            <a:r>
              <a:rPr lang="en-US" sz="1000" b="1" dirty="0">
                <a:solidFill>
                  <a:srgbClr val="EE0033"/>
                </a:solidFill>
                <a:latin typeface="FS PF BeauSans Pro"/>
                <a:ea typeface="FS PF BeauSans Pro"/>
                <a:cs typeface="FS PF BeauSans Pro"/>
              </a:rPr>
              <a:t>[11]	</a:t>
            </a:r>
            <a:r>
              <a:rPr lang="en-US" sz="1000" dirty="0">
                <a:solidFill>
                  <a:srgbClr val="262626"/>
                </a:solidFill>
                <a:latin typeface="FS PF BeauSans Pro"/>
                <a:ea typeface="FS PF BeauSans Pro"/>
                <a:cs typeface="FS PF BeauSans Pro"/>
              </a:rPr>
              <a:t>E. Fonseca, X. Favory, J. Pons, F. Font, X. Serra. FSD50K: An Open Dataset of Human-Labeled Sound Events. IEEE/ACM TASLP 30:829–852, 2022.</a:t>
            </a:r>
          </a:p>
          <a:p>
            <a:pPr marL="365760" indent="-365760">
              <a:spcAft>
                <a:spcPts val="500"/>
              </a:spcAft>
              <a:buNone/>
            </a:pPr>
            <a:r>
              <a:rPr lang="en-US" sz="1000" b="1" dirty="0">
                <a:solidFill>
                  <a:srgbClr val="EE0033"/>
                </a:solidFill>
                <a:latin typeface="FS PF BeauSans Pro"/>
                <a:ea typeface="FS PF BeauSans Pro"/>
                <a:cs typeface="FS PF BeauSans Pro"/>
              </a:rPr>
              <a:t>[12]	</a:t>
            </a:r>
            <a:r>
              <a:rPr lang="en-US" sz="1000" dirty="0">
                <a:solidFill>
                  <a:srgbClr val="262626"/>
                </a:solidFill>
                <a:latin typeface="FS PF BeauSans Pro"/>
                <a:ea typeface="FS PF BeauSans Pro"/>
                <a:cs typeface="FS PF BeauSans Pro"/>
              </a:rPr>
              <a:t>capleaf. viXTTS (XTTS-v2 fine-tuned on viVoice). huggingface.co/capleaf/viXTTS, 2024; base model: E. Casanova et al. XTTS: a Massively Multilingual Zero-Shot Text-to-Speech Model. Proc. Interspeech, 2024.</a:t>
            </a:r>
          </a:p>
          <a:p>
            <a:pPr marL="365760" indent="-365760">
              <a:spcAft>
                <a:spcPts val="500"/>
              </a:spcAft>
              <a:buNone/>
            </a:pPr>
            <a:r>
              <a:rPr lang="en-US" sz="1000" b="1" dirty="0">
                <a:solidFill>
                  <a:srgbClr val="EE0033"/>
                </a:solidFill>
                <a:latin typeface="FS PF BeauSans Pro"/>
                <a:ea typeface="FS PF BeauSans Pro"/>
                <a:cs typeface="FS PF BeauSans Pro"/>
              </a:rPr>
              <a:t>[13]	</a:t>
            </a:r>
            <a:r>
              <a:rPr lang="en-US" sz="1000" dirty="0">
                <a:solidFill>
                  <a:srgbClr val="262626"/>
                </a:solidFill>
                <a:latin typeface="FS PF BeauSans Pro"/>
                <a:ea typeface="FS PF BeauSans Pro"/>
                <a:cs typeface="FS PF BeauSans Pro"/>
              </a:rPr>
              <a:t>Y. Chen et al. F5-TTS: A Fairytaler that Fakes Fluent and Faithful Speech with Flow Matching. arXiv:2410.06885, 2024.</a:t>
            </a:r>
          </a:p>
          <a:p>
            <a:pPr marL="365760" indent="-365760">
              <a:spcAft>
                <a:spcPts val="500"/>
              </a:spcAft>
              <a:buNone/>
            </a:pPr>
            <a:r>
              <a:rPr lang="en-US" sz="1000" b="1" dirty="0">
                <a:solidFill>
                  <a:srgbClr val="EE0033"/>
                </a:solidFill>
                <a:latin typeface="FS PF BeauSans Pro"/>
                <a:ea typeface="FS PF BeauSans Pro"/>
                <a:cs typeface="FS PF BeauSans Pro"/>
              </a:rPr>
              <a:t>[14]	</a:t>
            </a:r>
            <a:r>
              <a:rPr lang="en-US" sz="1000" dirty="0">
                <a:solidFill>
                  <a:srgbClr val="262626"/>
                </a:solidFill>
                <a:latin typeface="FS PF BeauSans Pro"/>
                <a:ea typeface="FS PF BeauSans Pro"/>
                <a:cs typeface="FS PF BeauSans Pro"/>
              </a:rPr>
              <a:t>VietVoice-TTS. [source to add]</a:t>
            </a:r>
          </a:p>
          <a:p>
            <a:pPr marL="365760" indent="-365760">
              <a:spcAft>
                <a:spcPts val="500"/>
              </a:spcAft>
              <a:buNone/>
            </a:pPr>
            <a:r>
              <a:rPr lang="en-US" sz="1000" b="1" dirty="0">
                <a:solidFill>
                  <a:srgbClr val="EE0033"/>
                </a:solidFill>
                <a:latin typeface="FS PF BeauSans Pro"/>
                <a:ea typeface="FS PF BeauSans Pro"/>
                <a:cs typeface="FS PF BeauSans Pro"/>
              </a:rPr>
              <a:t>[15]	</a:t>
            </a:r>
            <a:r>
              <a:rPr lang="en-US" sz="1000" dirty="0">
                <a:solidFill>
                  <a:srgbClr val="262626"/>
                </a:solidFill>
                <a:latin typeface="FS PF BeauSans Pro"/>
                <a:ea typeface="FS PF BeauSans Pro"/>
                <a:cs typeface="FS PF BeauSans Pro"/>
              </a:rPr>
              <a:t>P. N. N. Bao. VieNeu-TTS: Vietnamese on-device TTS with voice cloning. github.com/pnnbao97/VieNeu-TTS.</a:t>
            </a:r>
          </a:p>
          <a:p>
            <a:pPr marL="365760" indent="-365760">
              <a:spcAft>
                <a:spcPts val="500"/>
              </a:spcAft>
              <a:buNone/>
            </a:pPr>
            <a:r>
              <a:rPr lang="en-US" sz="1000" b="1" dirty="0">
                <a:solidFill>
                  <a:srgbClr val="EE0033"/>
                </a:solidFill>
                <a:latin typeface="FS PF BeauSans Pro"/>
                <a:ea typeface="FS PF BeauSans Pro"/>
                <a:cs typeface="FS PF BeauSans Pro"/>
              </a:rPr>
              <a:t>[16]	</a:t>
            </a:r>
            <a:r>
              <a:rPr lang="en-US" sz="1000" dirty="0">
                <a:solidFill>
                  <a:srgbClr val="262626"/>
                </a:solidFill>
                <a:latin typeface="FS PF BeauSans Pro"/>
                <a:ea typeface="FS PF BeauSans Pro"/>
                <a:cs typeface="FS PF BeauSans Pro"/>
              </a:rPr>
              <a:t>Qwen Team. Qwen3-TTS Technical Report. arXiv:2601.15621, 2026.</a:t>
            </a:r>
          </a:p>
          <a:p>
            <a:pPr marL="365760" indent="-365760">
              <a:spcAft>
                <a:spcPts val="500"/>
              </a:spcAft>
              <a:buNone/>
            </a:pPr>
            <a:r>
              <a:rPr lang="en-US" sz="1000" b="1" dirty="0">
                <a:solidFill>
                  <a:srgbClr val="EE0033"/>
                </a:solidFill>
                <a:latin typeface="FS PF BeauSans Pro"/>
                <a:ea typeface="FS PF BeauSans Pro"/>
                <a:cs typeface="FS PF BeauSans Pro"/>
              </a:rPr>
              <a:t>[17]	</a:t>
            </a:r>
            <a:r>
              <a:rPr lang="en-US" sz="1000" dirty="0">
                <a:solidFill>
                  <a:srgbClr val="262626"/>
                </a:solidFill>
                <a:latin typeface="FS PF BeauSans Pro"/>
                <a:ea typeface="FS PF BeauSans Pro"/>
                <a:cs typeface="FS PF BeauSans Pro"/>
              </a:rPr>
              <a:t>Z. Yao et al. Zipformer: A Faster and Better Encoder for Automatic Speech Recognition. Proc. ICLR, 2024.</a:t>
            </a:r>
          </a:p>
          <a:p>
            <a:pPr marL="365760" indent="-365760">
              <a:spcAft>
                <a:spcPts val="500"/>
              </a:spcAft>
              <a:buNone/>
            </a:pPr>
            <a:r>
              <a:rPr lang="en-US" sz="1000" b="1" dirty="0">
                <a:solidFill>
                  <a:srgbClr val="EE0033"/>
                </a:solidFill>
                <a:latin typeface="FS PF BeauSans Pro"/>
                <a:ea typeface="FS PF BeauSans Pro"/>
                <a:cs typeface="FS PF BeauSans Pro"/>
              </a:rPr>
              <a:t>[18]	</a:t>
            </a:r>
            <a:r>
              <a:rPr lang="en-US" sz="1000" dirty="0">
                <a:solidFill>
                  <a:srgbClr val="262626"/>
                </a:solidFill>
                <a:latin typeface="FS PF BeauSans Pro"/>
                <a:ea typeface="FS PF BeauSans Pro"/>
                <a:cs typeface="FS PF BeauSans Pro"/>
              </a:rPr>
              <a:t>B. Desplanques, J. Thienpondt, K. Demuynck. ECAPA-TDNN: Emphasized Channel Attention, Propagation and Aggregation in TDNN Based Speaker Verification. Proc. Interspeech, 2020.</a:t>
            </a:r>
          </a:p>
        </p:txBody>
      </p:sp>
    </p:spTree>
    <p:extLst>
      <p:ext uri="{BB962C8B-B14F-4D97-AF65-F5344CB8AC3E}">
        <p14:creationId xmlns:p14="http://schemas.microsoft.com/office/powerpoint/2010/main" val="584723571"/>
      </p:ext>
    </p:extLst>
  </p:cSld>
  <p:clrMapOvr>
    <a:masterClrMapping/>
  </p:clrMapOvr>
</p:sld>
</file>

<file path=ppt/theme/theme1.xml><?xml version="1.0" encoding="utf-8"?>
<a:theme xmlns:a="http://schemas.openxmlformats.org/drawingml/2006/main" name="Tech Newsletter XL by Slidesgo">
  <a:themeElements>
    <a:clrScheme name="Simple Light">
      <a:dk1>
        <a:srgbClr val="000000"/>
      </a:dk1>
      <a:lt1>
        <a:srgbClr val="FFFFFF"/>
      </a:lt1>
      <a:dk2>
        <a:srgbClr val="595959"/>
      </a:dk2>
      <a:lt2>
        <a:srgbClr val="EEEEEE"/>
      </a:lt2>
      <a:accent1>
        <a:srgbClr val="F3F3F3"/>
      </a:accent1>
      <a:accent2>
        <a:srgbClr val="D9D9D9"/>
      </a:accent2>
      <a:accent3>
        <a:srgbClr val="B7B7B7"/>
      </a:accent3>
      <a:accent4>
        <a:srgbClr val="999999"/>
      </a:accent4>
      <a:accent5>
        <a:srgbClr val="666666"/>
      </a:accent5>
      <a:accent6>
        <a:srgbClr val="000000"/>
      </a:accent6>
      <a:hlink>
        <a:srgbClr val="43434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2567</TotalTime>
  <Words>3615</Words>
  <Application>Microsoft Macintosh PowerPoint</Application>
  <PresentationFormat>Widescreen</PresentationFormat>
  <Paragraphs>369</Paragraphs>
  <Slides>33</Slides>
  <Notes>0</Notes>
  <HiddenSlides>0</HiddenSlides>
  <MMClips>7</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33</vt:i4>
      </vt:variant>
    </vt:vector>
  </HeadingPairs>
  <TitlesOfParts>
    <vt:vector size="44" baseType="lpstr">
      <vt:lpstr>Roboto Condensed Light</vt:lpstr>
      <vt:lpstr>Wingdings</vt:lpstr>
      <vt:lpstr>Arimo</vt:lpstr>
      <vt:lpstr>Sarabun Light</vt:lpstr>
      <vt:lpstr>Arial</vt:lpstr>
      <vt:lpstr>FS PF BeauSans Pro</vt:lpstr>
      <vt:lpstr>Fira Sans Extra Condensed Medium</vt:lpstr>
      <vt:lpstr>Exo 2</vt:lpstr>
      <vt:lpstr>FS Magistral Bold</vt:lpstr>
      <vt:lpstr>Roboto</vt:lpstr>
      <vt:lpstr>Tech Newsletter XL by Slidesgo</vt:lpstr>
      <vt:lpstr>Non-verbal Vocalizations for  Zero-shot Vietnamese TTS</vt:lpstr>
      <vt:lpstr>Table of contents</vt:lpstr>
      <vt:lpstr>Introduction</vt:lpstr>
      <vt:lpstr>Overview</vt:lpstr>
      <vt:lpstr>Overview</vt:lpstr>
      <vt:lpstr>Overview</vt:lpstr>
      <vt:lpstr>Speech data</vt:lpstr>
      <vt:lpstr>NVV clip pool</vt:lpstr>
      <vt:lpstr>NVV clip pool</vt:lpstr>
      <vt:lpstr>Slot finding</vt:lpstr>
      <vt:lpstr>Tag selection</vt:lpstr>
      <vt:lpstr>Clip selection</vt:lpstr>
      <vt:lpstr>Voice conversion</vt:lpstr>
      <vt:lpstr>Splicing</vt:lpstr>
      <vt:lpstr>Filter</vt:lpstr>
      <vt:lpstr>Result</vt:lpstr>
      <vt:lpstr>Fine-tuning &amp; inference</vt:lpstr>
      <vt:lpstr>Fine-tuning &amp; inference</vt:lpstr>
      <vt:lpstr>Why fine-tune OmniVoice?</vt:lpstr>
      <vt:lpstr>Result</vt:lpstr>
      <vt:lpstr>Result</vt:lpstr>
      <vt:lpstr>Result</vt:lpstr>
      <vt:lpstr>Deployment</vt:lpstr>
      <vt:lpstr>Conclusion</vt:lpstr>
      <vt:lpstr>Thank you for listening </vt:lpstr>
      <vt:lpstr>Appendix: NVV clip pool</vt:lpstr>
      <vt:lpstr>Appendix: Slot finding</vt:lpstr>
      <vt:lpstr>Appendix: Tag selection</vt:lpstr>
      <vt:lpstr>Appendix: Clip selection</vt:lpstr>
      <vt:lpstr>Appendix: Voice conversion</vt:lpstr>
      <vt:lpstr>Appendix: Splicing</vt:lpstr>
      <vt:lpstr>Appendix: Filter</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Efficient Vietnamese TTS  with English Borrowings</dc:title>
  <dc:creator>Nguyen Minh Quang 20215461</dc:creator>
  <cp:lastModifiedBy>To Duy An 202416653</cp:lastModifiedBy>
  <cp:revision>233</cp:revision>
  <dcterms:created xsi:type="dcterms:W3CDTF">2024-06-16T10:08:21Z</dcterms:created>
  <dcterms:modified xsi:type="dcterms:W3CDTF">2026-10-16T06:56:41Z</dcterms:modified>
</cp:coreProperties>
</file>